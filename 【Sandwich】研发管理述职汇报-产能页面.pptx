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6.xml" ContentType="application/vnd.openxmlformats-officedocument.theme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7.xml" ContentType="application/vnd.openxmlformats-officedocument.theme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81" r:id="rId1"/>
    <p:sldMasterId id="2147483712" r:id="rId2"/>
    <p:sldMasterId id="2147483734" r:id="rId3"/>
    <p:sldMasterId id="2147483811" r:id="rId4"/>
    <p:sldMasterId id="2147483823" r:id="rId5"/>
    <p:sldMasterId id="2147483835" r:id="rId6"/>
    <p:sldMasterId id="2147483856" r:id="rId7"/>
  </p:sldMasterIdLst>
  <p:notesMasterIdLst>
    <p:notesMasterId r:id="rId12"/>
  </p:notesMasterIdLst>
  <p:sldIdLst>
    <p:sldId id="3715" r:id="rId8"/>
    <p:sldId id="3764" r:id="rId9"/>
    <p:sldId id="3696" r:id="rId10"/>
    <p:sldId id="3757" r:id="rId11"/>
  </p:sldIdLst>
  <p:sldSz cx="9144000" cy="5143500" type="screen16x9"/>
  <p:notesSz cx="6858000" cy="9144000"/>
  <p:defaultTextStyle>
    <a:defPPr>
      <a:defRPr lang="en-US"/>
    </a:defPPr>
    <a:lvl1pPr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1pPr>
    <a:lvl2pPr marL="171450" indent="-8572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2pPr>
    <a:lvl3pPr marL="342900" indent="-17145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3pPr>
    <a:lvl4pPr marL="514350" indent="-257175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4pPr>
    <a:lvl5pPr marL="685800" indent="-342900" algn="l" defTabSz="309563" rtl="0" eaLnBrk="0" fontAlgn="base" hangingPunct="0">
      <a:spcBef>
        <a:spcPct val="0"/>
      </a:spcBef>
      <a:spcAft>
        <a:spcPct val="0"/>
      </a:spcAft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5pPr>
    <a:lvl6pPr marL="8572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6pPr>
    <a:lvl7pPr marL="10287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7pPr>
    <a:lvl8pPr marL="120015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8pPr>
    <a:lvl9pPr marL="1371600" algn="l" defTabSz="342900" rtl="0" eaLnBrk="1" latinLnBrk="0" hangingPunct="1">
      <a:defRPr sz="750" kern="1200">
        <a:solidFill>
          <a:srgbClr val="252D30"/>
        </a:solidFill>
        <a:latin typeface="Arial" panose="020B0604020202020204" pitchFamily="34" charset="0"/>
        <a:ea typeface="Helvetica Neue" pitchFamily="2" charset="0"/>
        <a:cs typeface="Helvetica Neue" pitchFamily="2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3923" userDrawn="1">
          <p15:clr>
            <a:srgbClr val="A4A3A4"/>
          </p15:clr>
        </p15:guide>
        <p15:guide id="2" orient="horz" pos="3049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103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B49DAD-AABD-3132-A6B4-B57751FFD933}" name="Liu Kai" initials="LK" userId="S::liukai@asymchem.com::c9d43e3f-365f-4205-835c-3bff401e9b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yang Meng" initials="Z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F4E79"/>
    <a:srgbClr val="2E75B6"/>
    <a:srgbClr val="1193FF"/>
    <a:srgbClr val="DEEBF7"/>
    <a:srgbClr val="3263A7"/>
    <a:srgbClr val="203864"/>
    <a:srgbClr val="333F50"/>
    <a:srgbClr val="FFFFFF"/>
    <a:srgbClr val="D4D9E1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73776-E377-75D5-56E5-9E2246DC8913}" v="13" dt="2026-01-08T07:31:44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9" autoAdjust="0"/>
    <p:restoredTop sz="95879" autoAdjust="0"/>
  </p:normalViewPr>
  <p:slideViewPr>
    <p:cSldViewPr snapToGrid="0" snapToObjects="1">
      <p:cViewPr varScale="1">
        <p:scale>
          <a:sx n="126" d="100"/>
          <a:sy n="126" d="100"/>
        </p:scale>
        <p:origin x="221" y="77"/>
      </p:cViewPr>
      <p:guideLst>
        <p:guide pos="3923"/>
        <p:guide orient="horz" pos="3049"/>
        <p:guide orient="horz" pos="259"/>
        <p:guide orient="horz" pos="10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2" d="100"/>
        <a:sy n="4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37" Type="http://schemas.microsoft.com/office/2018/10/relationships/authors" Target="authors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66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Shape 67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zh-CN">
              <a:sym typeface="Helvetica Neue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1pPr>
    <a:lvl2pPr marL="278606" indent="-107156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2pPr>
    <a:lvl3pPr marL="4286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3pPr>
    <a:lvl4pPr marL="60007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4pPr>
    <a:lvl5pPr marL="771525" indent="-85725" algn="l" defTabSz="171450" rtl="0" eaLnBrk="0" fontAlgn="base" hangingPunct="0">
      <a:lnSpc>
        <a:spcPct val="117000"/>
      </a:lnSpc>
      <a:spcBef>
        <a:spcPct val="0"/>
      </a:spcBef>
      <a:spcAft>
        <a:spcPct val="0"/>
      </a:spcAft>
      <a:defRPr sz="825">
        <a:solidFill>
          <a:schemeClr val="tx1"/>
        </a:solidFill>
        <a:latin typeface="+mn-lt"/>
        <a:ea typeface="+mn-ea"/>
        <a:cs typeface="+mn-cs"/>
        <a:sym typeface="Helvetica Neue" pitchFamily="2" charset="0"/>
      </a:defRPr>
    </a:lvl5pPr>
    <a:lvl6pPr indent="42862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6pPr>
    <a:lvl7pPr indent="51435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7pPr>
    <a:lvl8pPr indent="600075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8pPr>
    <a:lvl9pPr indent="685800" defTabSz="171450" latinLnBrk="0">
      <a:lnSpc>
        <a:spcPct val="117000"/>
      </a:lnSpc>
      <a:defRPr sz="825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033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146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tags" Target="../tags/tag50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tags" Target="../tags/tag49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29" Type="http://schemas.openxmlformats.org/officeDocument/2006/relationships/image" Target="../media/image8.emf"/><Relationship Id="rId1" Type="http://schemas.openxmlformats.org/officeDocument/2006/relationships/vmlDrawing" Target="../drawings/vmlDrawing3.v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tags" Target="../tags/tag48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tags" Target="../tags/tag47.xml"/><Relationship Id="rId28" Type="http://schemas.openxmlformats.org/officeDocument/2006/relationships/slideMaster" Target="../slideMasters/slideMaster2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Relationship Id="rId27" Type="http://schemas.openxmlformats.org/officeDocument/2006/relationships/tags" Target="../tags/tag51.xml"/><Relationship Id="rId30" Type="http://schemas.openxmlformats.org/officeDocument/2006/relationships/oleObject" Target="../embeddings/oleObject3.bin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tags" Target="../tags/tag76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75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oleObject" Target="../embeddings/oleObject4.bin"/><Relationship Id="rId1" Type="http://schemas.openxmlformats.org/officeDocument/2006/relationships/vmlDrawing" Target="../drawings/vmlDrawing4.v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28" Type="http://schemas.openxmlformats.org/officeDocument/2006/relationships/image" Target="../media/image8.emf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slideMaster" Target="../slideMasters/slideMaster2.xml"/><Relationship Id="rId30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26" Type="http://schemas.openxmlformats.org/officeDocument/2006/relationships/image" Target="../media/image8.emf"/><Relationship Id="rId3" Type="http://schemas.openxmlformats.org/officeDocument/2006/relationships/tags" Target="../tags/tag79.xml"/><Relationship Id="rId21" Type="http://schemas.openxmlformats.org/officeDocument/2006/relationships/tags" Target="../tags/tag9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5" Type="http://schemas.openxmlformats.org/officeDocument/2006/relationships/slideMaster" Target="../slideMasters/slideMaster2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tags" Target="../tags/tag100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23" Type="http://schemas.openxmlformats.org/officeDocument/2006/relationships/tags" Target="../tags/tag99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tags" Target="../tags/tag9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image" Target="../media/image8.emf"/><Relationship Id="rId3" Type="http://schemas.openxmlformats.org/officeDocument/2006/relationships/tags" Target="../tags/tag103.xml"/><Relationship Id="rId21" Type="http://schemas.openxmlformats.org/officeDocument/2006/relationships/tags" Target="../tags/tag121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slideMaster" Target="../slideMasters/slideMaster2.xml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tags" Target="../tags/tag120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tags" Target="../tags/tag124.xml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tags" Target="../tags/tag123.xml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tags" Target="../tags/tag12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oleObject" Target="../embeddings/oleObject5.bin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25.xml"/><Relationship Id="rId1" Type="http://schemas.openxmlformats.org/officeDocument/2006/relationships/vmlDrawing" Target="../drawings/vmlDrawing5.v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../media/image8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oleObject" Target="../embeddings/oleObject6.bin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6.v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image" Target="../media/image8.emf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2" Type="http://schemas.openxmlformats.org/officeDocument/2006/relationships/tags" Target="../tags/tag145.xml"/><Relationship Id="rId1" Type="http://schemas.openxmlformats.org/officeDocument/2006/relationships/vmlDrawing" Target="../drawings/vmlDrawing7.v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5" Type="http://schemas.openxmlformats.org/officeDocument/2006/relationships/image" Target="../media/image8.emf"/><Relationship Id="rId10" Type="http://schemas.openxmlformats.org/officeDocument/2006/relationships/tags" Target="../tags/tag15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oleObject" Target="../embeddings/oleObject7.bin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tags" Target="../tags/tag166.xml"/><Relationship Id="rId2" Type="http://schemas.openxmlformats.org/officeDocument/2006/relationships/tags" Target="../tags/tag156.xml"/><Relationship Id="rId1" Type="http://schemas.openxmlformats.org/officeDocument/2006/relationships/vmlDrawing" Target="../drawings/vmlDrawing8.vml"/><Relationship Id="rId6" Type="http://schemas.openxmlformats.org/officeDocument/2006/relationships/tags" Target="../tags/tag160.xml"/><Relationship Id="rId11" Type="http://schemas.openxmlformats.org/officeDocument/2006/relationships/tags" Target="../tags/tag165.xml"/><Relationship Id="rId5" Type="http://schemas.openxmlformats.org/officeDocument/2006/relationships/tags" Target="../tags/tag159.xml"/><Relationship Id="rId15" Type="http://schemas.openxmlformats.org/officeDocument/2006/relationships/image" Target="../media/image8.emf"/><Relationship Id="rId10" Type="http://schemas.openxmlformats.org/officeDocument/2006/relationships/tags" Target="../tags/tag164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oleObject" Target="../embeddings/oleObject7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12" Type="http://schemas.openxmlformats.org/officeDocument/2006/relationships/tags" Target="../tags/tag177.xml"/><Relationship Id="rId2" Type="http://schemas.openxmlformats.org/officeDocument/2006/relationships/tags" Target="../tags/tag167.xml"/><Relationship Id="rId1" Type="http://schemas.openxmlformats.org/officeDocument/2006/relationships/vmlDrawing" Target="../drawings/vmlDrawing9.vml"/><Relationship Id="rId6" Type="http://schemas.openxmlformats.org/officeDocument/2006/relationships/tags" Target="../tags/tag171.xml"/><Relationship Id="rId11" Type="http://schemas.openxmlformats.org/officeDocument/2006/relationships/tags" Target="../tags/tag176.xml"/><Relationship Id="rId5" Type="http://schemas.openxmlformats.org/officeDocument/2006/relationships/tags" Target="../tags/tag170.xml"/><Relationship Id="rId15" Type="http://schemas.openxmlformats.org/officeDocument/2006/relationships/image" Target="../media/image11.emf"/><Relationship Id="rId10" Type="http://schemas.openxmlformats.org/officeDocument/2006/relationships/tags" Target="../tags/tag175.xml"/><Relationship Id="rId4" Type="http://schemas.openxmlformats.org/officeDocument/2006/relationships/tags" Target="../tags/tag169.xml"/><Relationship Id="rId9" Type="http://schemas.openxmlformats.org/officeDocument/2006/relationships/tags" Target="../tags/tag174.xml"/><Relationship Id="rId14" Type="http://schemas.openxmlformats.org/officeDocument/2006/relationships/oleObject" Target="../embeddings/oleObject8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13" Type="http://schemas.openxmlformats.org/officeDocument/2006/relationships/oleObject" Target="../embeddings/oleObject9.bin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78.xml"/><Relationship Id="rId1" Type="http://schemas.openxmlformats.org/officeDocument/2006/relationships/vmlDrawing" Target="../drawings/vmlDrawing10.vml"/><Relationship Id="rId6" Type="http://schemas.openxmlformats.org/officeDocument/2006/relationships/tags" Target="../tags/tag182.xml"/><Relationship Id="rId11" Type="http://schemas.openxmlformats.org/officeDocument/2006/relationships/tags" Target="../tags/tag187.xml"/><Relationship Id="rId5" Type="http://schemas.openxmlformats.org/officeDocument/2006/relationships/tags" Target="../tags/tag181.xml"/><Relationship Id="rId10" Type="http://schemas.openxmlformats.org/officeDocument/2006/relationships/tags" Target="../tags/tag186.xml"/><Relationship Id="rId4" Type="http://schemas.openxmlformats.org/officeDocument/2006/relationships/tags" Target="../tags/tag180.xml"/><Relationship Id="rId9" Type="http://schemas.openxmlformats.org/officeDocument/2006/relationships/tags" Target="../tags/tag185.xml"/><Relationship Id="rId14" Type="http://schemas.openxmlformats.org/officeDocument/2006/relationships/image" Target="../media/image8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96.xml"/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" Type="http://schemas.openxmlformats.org/officeDocument/2006/relationships/tags" Target="../tags/tag191.xml"/><Relationship Id="rId21" Type="http://schemas.openxmlformats.org/officeDocument/2006/relationships/tags" Target="../tags/tag209.xml"/><Relationship Id="rId7" Type="http://schemas.openxmlformats.org/officeDocument/2006/relationships/tags" Target="../tags/tag195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0" Type="http://schemas.openxmlformats.org/officeDocument/2006/relationships/tags" Target="../tags/tag208.xml"/><Relationship Id="rId29" Type="http://schemas.openxmlformats.org/officeDocument/2006/relationships/oleObject" Target="../embeddings/oleObject11.bin"/><Relationship Id="rId1" Type="http://schemas.openxmlformats.org/officeDocument/2006/relationships/vmlDrawing" Target="../drawings/vmlDrawing12.v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image" Target="../media/image8.emf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slideMaster" Target="../slideMasters/slideMaster2.xml"/><Relationship Id="rId30" Type="http://schemas.openxmlformats.org/officeDocument/2006/relationships/image" Target="../media/image12.emf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3" Type="http://schemas.openxmlformats.org/officeDocument/2006/relationships/tags" Target="../tags/tag217.xml"/><Relationship Id="rId21" Type="http://schemas.openxmlformats.org/officeDocument/2006/relationships/tags" Target="../tags/tag235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5" Type="http://schemas.openxmlformats.org/officeDocument/2006/relationships/image" Target="../media/image8.emf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0" Type="http://schemas.openxmlformats.org/officeDocument/2006/relationships/tags" Target="../tags/tag234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24" Type="http://schemas.openxmlformats.org/officeDocument/2006/relationships/slideMaster" Target="../slideMasters/slideMaster2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23" Type="http://schemas.openxmlformats.org/officeDocument/2006/relationships/tags" Target="../tags/tag237.xml"/><Relationship Id="rId10" Type="http://schemas.openxmlformats.org/officeDocument/2006/relationships/tags" Target="../tags/tag224.xml"/><Relationship Id="rId19" Type="http://schemas.openxmlformats.org/officeDocument/2006/relationships/tags" Target="../tags/tag233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Relationship Id="rId22" Type="http://schemas.openxmlformats.org/officeDocument/2006/relationships/tags" Target="../tags/tag23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8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13" Type="http://schemas.openxmlformats.org/officeDocument/2006/relationships/tags" Target="../tags/tag251.xml"/><Relationship Id="rId18" Type="http://schemas.openxmlformats.org/officeDocument/2006/relationships/tags" Target="../tags/tag256.xml"/><Relationship Id="rId3" Type="http://schemas.openxmlformats.org/officeDocument/2006/relationships/tags" Target="../tags/tag241.xml"/><Relationship Id="rId21" Type="http://schemas.openxmlformats.org/officeDocument/2006/relationships/tags" Target="../tags/tag259.xml"/><Relationship Id="rId7" Type="http://schemas.openxmlformats.org/officeDocument/2006/relationships/tags" Target="../tags/tag245.xml"/><Relationship Id="rId12" Type="http://schemas.openxmlformats.org/officeDocument/2006/relationships/tags" Target="../tags/tag250.xml"/><Relationship Id="rId17" Type="http://schemas.openxmlformats.org/officeDocument/2006/relationships/tags" Target="../tags/tag255.xml"/><Relationship Id="rId2" Type="http://schemas.openxmlformats.org/officeDocument/2006/relationships/tags" Target="../tags/tag240.xml"/><Relationship Id="rId16" Type="http://schemas.openxmlformats.org/officeDocument/2006/relationships/tags" Target="../tags/tag254.xml"/><Relationship Id="rId20" Type="http://schemas.openxmlformats.org/officeDocument/2006/relationships/tags" Target="../tags/tag258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tags" Target="../tags/tag249.xml"/><Relationship Id="rId24" Type="http://schemas.openxmlformats.org/officeDocument/2006/relationships/image" Target="../media/image8.emf"/><Relationship Id="rId5" Type="http://schemas.openxmlformats.org/officeDocument/2006/relationships/tags" Target="../tags/tag243.xml"/><Relationship Id="rId15" Type="http://schemas.openxmlformats.org/officeDocument/2006/relationships/tags" Target="../tags/tag253.xml"/><Relationship Id="rId23" Type="http://schemas.openxmlformats.org/officeDocument/2006/relationships/slideMaster" Target="../slideMasters/slideMaster2.xml"/><Relationship Id="rId10" Type="http://schemas.openxmlformats.org/officeDocument/2006/relationships/tags" Target="../tags/tag248.xml"/><Relationship Id="rId19" Type="http://schemas.openxmlformats.org/officeDocument/2006/relationships/tags" Target="../tags/tag257.xml"/><Relationship Id="rId4" Type="http://schemas.openxmlformats.org/officeDocument/2006/relationships/tags" Target="../tags/tag242.xml"/><Relationship Id="rId9" Type="http://schemas.openxmlformats.org/officeDocument/2006/relationships/tags" Target="../tags/tag247.xml"/><Relationship Id="rId14" Type="http://schemas.openxmlformats.org/officeDocument/2006/relationships/tags" Target="../tags/tag252.xml"/><Relationship Id="rId22" Type="http://schemas.openxmlformats.org/officeDocument/2006/relationships/tags" Target="../tags/tag260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68.xml"/><Relationship Id="rId13" Type="http://schemas.openxmlformats.org/officeDocument/2006/relationships/tags" Target="../tags/tag273.xml"/><Relationship Id="rId18" Type="http://schemas.openxmlformats.org/officeDocument/2006/relationships/tags" Target="../tags/tag278.xml"/><Relationship Id="rId3" Type="http://schemas.openxmlformats.org/officeDocument/2006/relationships/tags" Target="../tags/tag263.xml"/><Relationship Id="rId21" Type="http://schemas.openxmlformats.org/officeDocument/2006/relationships/tags" Target="../tags/tag281.xml"/><Relationship Id="rId7" Type="http://schemas.openxmlformats.org/officeDocument/2006/relationships/tags" Target="../tags/tag267.xml"/><Relationship Id="rId12" Type="http://schemas.openxmlformats.org/officeDocument/2006/relationships/tags" Target="../tags/tag272.xml"/><Relationship Id="rId17" Type="http://schemas.openxmlformats.org/officeDocument/2006/relationships/tags" Target="../tags/tag277.xml"/><Relationship Id="rId2" Type="http://schemas.openxmlformats.org/officeDocument/2006/relationships/tags" Target="../tags/tag262.xml"/><Relationship Id="rId16" Type="http://schemas.openxmlformats.org/officeDocument/2006/relationships/tags" Target="../tags/tag276.xml"/><Relationship Id="rId20" Type="http://schemas.openxmlformats.org/officeDocument/2006/relationships/tags" Target="../tags/tag280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tags" Target="../tags/tag271.xml"/><Relationship Id="rId24" Type="http://schemas.openxmlformats.org/officeDocument/2006/relationships/image" Target="../media/image8.emf"/><Relationship Id="rId5" Type="http://schemas.openxmlformats.org/officeDocument/2006/relationships/tags" Target="../tags/tag265.xml"/><Relationship Id="rId15" Type="http://schemas.openxmlformats.org/officeDocument/2006/relationships/tags" Target="../tags/tag275.xml"/><Relationship Id="rId23" Type="http://schemas.openxmlformats.org/officeDocument/2006/relationships/slideMaster" Target="../slideMasters/slideMaster2.xml"/><Relationship Id="rId10" Type="http://schemas.openxmlformats.org/officeDocument/2006/relationships/tags" Target="../tags/tag270.xml"/><Relationship Id="rId19" Type="http://schemas.openxmlformats.org/officeDocument/2006/relationships/tags" Target="../tags/tag279.xml"/><Relationship Id="rId4" Type="http://schemas.openxmlformats.org/officeDocument/2006/relationships/tags" Target="../tags/tag264.xml"/><Relationship Id="rId9" Type="http://schemas.openxmlformats.org/officeDocument/2006/relationships/tags" Target="../tags/tag269.xml"/><Relationship Id="rId14" Type="http://schemas.openxmlformats.org/officeDocument/2006/relationships/tags" Target="../tags/tag274.xml"/><Relationship Id="rId22" Type="http://schemas.openxmlformats.org/officeDocument/2006/relationships/tags" Target="../tags/tag28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92.xml"/><Relationship Id="rId13" Type="http://schemas.openxmlformats.org/officeDocument/2006/relationships/tags" Target="../tags/tag297.xml"/><Relationship Id="rId18" Type="http://schemas.openxmlformats.org/officeDocument/2006/relationships/tags" Target="../tags/tag302.xml"/><Relationship Id="rId3" Type="http://schemas.openxmlformats.org/officeDocument/2006/relationships/tags" Target="../tags/tag287.xml"/><Relationship Id="rId21" Type="http://schemas.openxmlformats.org/officeDocument/2006/relationships/tags" Target="../tags/tag305.xml"/><Relationship Id="rId7" Type="http://schemas.openxmlformats.org/officeDocument/2006/relationships/tags" Target="../tags/tag291.xml"/><Relationship Id="rId12" Type="http://schemas.openxmlformats.org/officeDocument/2006/relationships/tags" Target="../tags/tag296.xml"/><Relationship Id="rId17" Type="http://schemas.openxmlformats.org/officeDocument/2006/relationships/tags" Target="../tags/tag301.xml"/><Relationship Id="rId2" Type="http://schemas.openxmlformats.org/officeDocument/2006/relationships/tags" Target="../tags/tag286.xml"/><Relationship Id="rId16" Type="http://schemas.openxmlformats.org/officeDocument/2006/relationships/tags" Target="../tags/tag300.xml"/><Relationship Id="rId20" Type="http://schemas.openxmlformats.org/officeDocument/2006/relationships/tags" Target="../tags/tag304.xml"/><Relationship Id="rId1" Type="http://schemas.openxmlformats.org/officeDocument/2006/relationships/tags" Target="../tags/tag285.xml"/><Relationship Id="rId6" Type="http://schemas.openxmlformats.org/officeDocument/2006/relationships/tags" Target="../tags/tag290.xml"/><Relationship Id="rId11" Type="http://schemas.openxmlformats.org/officeDocument/2006/relationships/tags" Target="../tags/tag295.xml"/><Relationship Id="rId24" Type="http://schemas.openxmlformats.org/officeDocument/2006/relationships/image" Target="../media/image8.emf"/><Relationship Id="rId5" Type="http://schemas.openxmlformats.org/officeDocument/2006/relationships/tags" Target="../tags/tag289.xml"/><Relationship Id="rId15" Type="http://schemas.openxmlformats.org/officeDocument/2006/relationships/tags" Target="../tags/tag299.xml"/><Relationship Id="rId23" Type="http://schemas.openxmlformats.org/officeDocument/2006/relationships/slideMaster" Target="../slideMasters/slideMaster2.xml"/><Relationship Id="rId10" Type="http://schemas.openxmlformats.org/officeDocument/2006/relationships/tags" Target="../tags/tag294.xml"/><Relationship Id="rId19" Type="http://schemas.openxmlformats.org/officeDocument/2006/relationships/tags" Target="../tags/tag303.xml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4" Type="http://schemas.openxmlformats.org/officeDocument/2006/relationships/tags" Target="../tags/tag298.xml"/><Relationship Id="rId22" Type="http://schemas.openxmlformats.org/officeDocument/2006/relationships/tags" Target="../tags/tag30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314.xml"/><Relationship Id="rId13" Type="http://schemas.openxmlformats.org/officeDocument/2006/relationships/tags" Target="../tags/tag319.xml"/><Relationship Id="rId18" Type="http://schemas.openxmlformats.org/officeDocument/2006/relationships/tags" Target="../tags/tag324.xml"/><Relationship Id="rId3" Type="http://schemas.openxmlformats.org/officeDocument/2006/relationships/tags" Target="../tags/tag309.xml"/><Relationship Id="rId21" Type="http://schemas.openxmlformats.org/officeDocument/2006/relationships/tags" Target="../tags/tag327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tags" Target="../tags/tag323.xml"/><Relationship Id="rId2" Type="http://schemas.openxmlformats.org/officeDocument/2006/relationships/tags" Target="../tags/tag308.xml"/><Relationship Id="rId16" Type="http://schemas.openxmlformats.org/officeDocument/2006/relationships/tags" Target="../tags/tag322.xml"/><Relationship Id="rId20" Type="http://schemas.openxmlformats.org/officeDocument/2006/relationships/tags" Target="../tags/tag326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24" Type="http://schemas.openxmlformats.org/officeDocument/2006/relationships/image" Target="../media/image8.emf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23" Type="http://schemas.openxmlformats.org/officeDocument/2006/relationships/slideMaster" Target="../slideMasters/slideMaster2.xml"/><Relationship Id="rId10" Type="http://schemas.openxmlformats.org/officeDocument/2006/relationships/tags" Target="../tags/tag316.xml"/><Relationship Id="rId19" Type="http://schemas.openxmlformats.org/officeDocument/2006/relationships/tags" Target="../tags/tag325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Relationship Id="rId22" Type="http://schemas.openxmlformats.org/officeDocument/2006/relationships/tags" Target="../tags/tag32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360.xml"/><Relationship Id="rId13" Type="http://schemas.openxmlformats.org/officeDocument/2006/relationships/tags" Target="../tags/tag365.xml"/><Relationship Id="rId18" Type="http://schemas.openxmlformats.org/officeDocument/2006/relationships/tags" Target="../tags/tag370.xml"/><Relationship Id="rId26" Type="http://schemas.openxmlformats.org/officeDocument/2006/relationships/tags" Target="../tags/tag378.xml"/><Relationship Id="rId3" Type="http://schemas.openxmlformats.org/officeDocument/2006/relationships/tags" Target="../tags/tag355.xml"/><Relationship Id="rId21" Type="http://schemas.openxmlformats.org/officeDocument/2006/relationships/tags" Target="../tags/tag373.xml"/><Relationship Id="rId7" Type="http://schemas.openxmlformats.org/officeDocument/2006/relationships/tags" Target="../tags/tag359.xml"/><Relationship Id="rId12" Type="http://schemas.openxmlformats.org/officeDocument/2006/relationships/tags" Target="../tags/tag364.xml"/><Relationship Id="rId17" Type="http://schemas.openxmlformats.org/officeDocument/2006/relationships/tags" Target="../tags/tag369.xml"/><Relationship Id="rId25" Type="http://schemas.openxmlformats.org/officeDocument/2006/relationships/tags" Target="../tags/tag377.xml"/><Relationship Id="rId2" Type="http://schemas.openxmlformats.org/officeDocument/2006/relationships/tags" Target="../tags/tag354.xml"/><Relationship Id="rId16" Type="http://schemas.openxmlformats.org/officeDocument/2006/relationships/tags" Target="../tags/tag368.xml"/><Relationship Id="rId20" Type="http://schemas.openxmlformats.org/officeDocument/2006/relationships/tags" Target="../tags/tag372.xml"/><Relationship Id="rId29" Type="http://schemas.openxmlformats.org/officeDocument/2006/relationships/image" Target="../media/image8.emf"/><Relationship Id="rId1" Type="http://schemas.openxmlformats.org/officeDocument/2006/relationships/vmlDrawing" Target="../drawings/vmlDrawing17.vml"/><Relationship Id="rId6" Type="http://schemas.openxmlformats.org/officeDocument/2006/relationships/tags" Target="../tags/tag358.xml"/><Relationship Id="rId11" Type="http://schemas.openxmlformats.org/officeDocument/2006/relationships/tags" Target="../tags/tag363.xml"/><Relationship Id="rId24" Type="http://schemas.openxmlformats.org/officeDocument/2006/relationships/tags" Target="../tags/tag376.xml"/><Relationship Id="rId5" Type="http://schemas.openxmlformats.org/officeDocument/2006/relationships/tags" Target="../tags/tag357.xml"/><Relationship Id="rId15" Type="http://schemas.openxmlformats.org/officeDocument/2006/relationships/tags" Target="../tags/tag367.xml"/><Relationship Id="rId23" Type="http://schemas.openxmlformats.org/officeDocument/2006/relationships/tags" Target="../tags/tag375.xml"/><Relationship Id="rId28" Type="http://schemas.openxmlformats.org/officeDocument/2006/relationships/slideMaster" Target="../slideMasters/slideMaster6.xml"/><Relationship Id="rId10" Type="http://schemas.openxmlformats.org/officeDocument/2006/relationships/tags" Target="../tags/tag362.xml"/><Relationship Id="rId19" Type="http://schemas.openxmlformats.org/officeDocument/2006/relationships/tags" Target="../tags/tag371.xml"/><Relationship Id="rId4" Type="http://schemas.openxmlformats.org/officeDocument/2006/relationships/tags" Target="../tags/tag356.xml"/><Relationship Id="rId9" Type="http://schemas.openxmlformats.org/officeDocument/2006/relationships/tags" Target="../tags/tag361.xml"/><Relationship Id="rId14" Type="http://schemas.openxmlformats.org/officeDocument/2006/relationships/tags" Target="../tags/tag366.xml"/><Relationship Id="rId22" Type="http://schemas.openxmlformats.org/officeDocument/2006/relationships/tags" Target="../tags/tag374.xml"/><Relationship Id="rId27" Type="http://schemas.openxmlformats.org/officeDocument/2006/relationships/tags" Target="../tags/tag379.xml"/><Relationship Id="rId30" Type="http://schemas.openxmlformats.org/officeDocument/2006/relationships/oleObject" Target="../embeddings/oleObject3.bin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13" Type="http://schemas.openxmlformats.org/officeDocument/2006/relationships/tags" Target="../tags/tag391.xml"/><Relationship Id="rId18" Type="http://schemas.openxmlformats.org/officeDocument/2006/relationships/tags" Target="../tags/tag396.xml"/><Relationship Id="rId26" Type="http://schemas.openxmlformats.org/officeDocument/2006/relationships/tags" Target="../tags/tag404.xml"/><Relationship Id="rId3" Type="http://schemas.openxmlformats.org/officeDocument/2006/relationships/tags" Target="../tags/tag381.xml"/><Relationship Id="rId21" Type="http://schemas.openxmlformats.org/officeDocument/2006/relationships/tags" Target="../tags/tag399.xml"/><Relationship Id="rId7" Type="http://schemas.openxmlformats.org/officeDocument/2006/relationships/tags" Target="../tags/tag385.xml"/><Relationship Id="rId12" Type="http://schemas.openxmlformats.org/officeDocument/2006/relationships/tags" Target="../tags/tag390.xml"/><Relationship Id="rId17" Type="http://schemas.openxmlformats.org/officeDocument/2006/relationships/tags" Target="../tags/tag395.xml"/><Relationship Id="rId25" Type="http://schemas.openxmlformats.org/officeDocument/2006/relationships/tags" Target="../tags/tag403.xml"/><Relationship Id="rId2" Type="http://schemas.openxmlformats.org/officeDocument/2006/relationships/tags" Target="../tags/tag380.xml"/><Relationship Id="rId16" Type="http://schemas.openxmlformats.org/officeDocument/2006/relationships/tags" Target="../tags/tag394.xml"/><Relationship Id="rId20" Type="http://schemas.openxmlformats.org/officeDocument/2006/relationships/tags" Target="../tags/tag398.xml"/><Relationship Id="rId29" Type="http://schemas.openxmlformats.org/officeDocument/2006/relationships/oleObject" Target="../embeddings/oleObject4.bin"/><Relationship Id="rId1" Type="http://schemas.openxmlformats.org/officeDocument/2006/relationships/vmlDrawing" Target="../drawings/vmlDrawing18.vml"/><Relationship Id="rId6" Type="http://schemas.openxmlformats.org/officeDocument/2006/relationships/tags" Target="../tags/tag384.xml"/><Relationship Id="rId11" Type="http://schemas.openxmlformats.org/officeDocument/2006/relationships/tags" Target="../tags/tag389.xml"/><Relationship Id="rId24" Type="http://schemas.openxmlformats.org/officeDocument/2006/relationships/tags" Target="../tags/tag402.xml"/><Relationship Id="rId5" Type="http://schemas.openxmlformats.org/officeDocument/2006/relationships/tags" Target="../tags/tag383.xml"/><Relationship Id="rId15" Type="http://schemas.openxmlformats.org/officeDocument/2006/relationships/tags" Target="../tags/tag393.xml"/><Relationship Id="rId23" Type="http://schemas.openxmlformats.org/officeDocument/2006/relationships/tags" Target="../tags/tag401.xml"/><Relationship Id="rId28" Type="http://schemas.openxmlformats.org/officeDocument/2006/relationships/image" Target="../media/image8.emf"/><Relationship Id="rId10" Type="http://schemas.openxmlformats.org/officeDocument/2006/relationships/tags" Target="../tags/tag388.xml"/><Relationship Id="rId19" Type="http://schemas.openxmlformats.org/officeDocument/2006/relationships/tags" Target="../tags/tag397.xml"/><Relationship Id="rId4" Type="http://schemas.openxmlformats.org/officeDocument/2006/relationships/tags" Target="../tags/tag382.xml"/><Relationship Id="rId9" Type="http://schemas.openxmlformats.org/officeDocument/2006/relationships/tags" Target="../tags/tag387.xml"/><Relationship Id="rId14" Type="http://schemas.openxmlformats.org/officeDocument/2006/relationships/tags" Target="../tags/tag392.xml"/><Relationship Id="rId22" Type="http://schemas.openxmlformats.org/officeDocument/2006/relationships/tags" Target="../tags/tag400.xml"/><Relationship Id="rId27" Type="http://schemas.openxmlformats.org/officeDocument/2006/relationships/slideMaster" Target="../slideMasters/slideMaster6.xml"/><Relationship Id="rId30" Type="http://schemas.openxmlformats.org/officeDocument/2006/relationships/image" Target="../media/image10.emf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tags" Target="../tags/tag412.xml"/><Relationship Id="rId13" Type="http://schemas.openxmlformats.org/officeDocument/2006/relationships/tags" Target="../tags/tag417.xml"/><Relationship Id="rId18" Type="http://schemas.openxmlformats.org/officeDocument/2006/relationships/tags" Target="../tags/tag422.xml"/><Relationship Id="rId26" Type="http://schemas.openxmlformats.org/officeDocument/2006/relationships/image" Target="../media/image8.emf"/><Relationship Id="rId3" Type="http://schemas.openxmlformats.org/officeDocument/2006/relationships/tags" Target="../tags/tag407.xml"/><Relationship Id="rId21" Type="http://schemas.openxmlformats.org/officeDocument/2006/relationships/tags" Target="../tags/tag425.xml"/><Relationship Id="rId7" Type="http://schemas.openxmlformats.org/officeDocument/2006/relationships/tags" Target="../tags/tag411.xml"/><Relationship Id="rId12" Type="http://schemas.openxmlformats.org/officeDocument/2006/relationships/tags" Target="../tags/tag416.xml"/><Relationship Id="rId17" Type="http://schemas.openxmlformats.org/officeDocument/2006/relationships/tags" Target="../tags/tag421.xml"/><Relationship Id="rId25" Type="http://schemas.openxmlformats.org/officeDocument/2006/relationships/slideMaster" Target="../slideMasters/slideMaster6.xml"/><Relationship Id="rId2" Type="http://schemas.openxmlformats.org/officeDocument/2006/relationships/tags" Target="../tags/tag406.xml"/><Relationship Id="rId16" Type="http://schemas.openxmlformats.org/officeDocument/2006/relationships/tags" Target="../tags/tag420.xml"/><Relationship Id="rId20" Type="http://schemas.openxmlformats.org/officeDocument/2006/relationships/tags" Target="../tags/tag424.xml"/><Relationship Id="rId1" Type="http://schemas.openxmlformats.org/officeDocument/2006/relationships/tags" Target="../tags/tag405.xml"/><Relationship Id="rId6" Type="http://schemas.openxmlformats.org/officeDocument/2006/relationships/tags" Target="../tags/tag410.xml"/><Relationship Id="rId11" Type="http://schemas.openxmlformats.org/officeDocument/2006/relationships/tags" Target="../tags/tag415.xml"/><Relationship Id="rId24" Type="http://schemas.openxmlformats.org/officeDocument/2006/relationships/tags" Target="../tags/tag428.xml"/><Relationship Id="rId5" Type="http://schemas.openxmlformats.org/officeDocument/2006/relationships/tags" Target="../tags/tag409.xml"/><Relationship Id="rId15" Type="http://schemas.openxmlformats.org/officeDocument/2006/relationships/tags" Target="../tags/tag419.xml"/><Relationship Id="rId23" Type="http://schemas.openxmlformats.org/officeDocument/2006/relationships/tags" Target="../tags/tag427.xml"/><Relationship Id="rId10" Type="http://schemas.openxmlformats.org/officeDocument/2006/relationships/tags" Target="../tags/tag414.xml"/><Relationship Id="rId19" Type="http://schemas.openxmlformats.org/officeDocument/2006/relationships/tags" Target="../tags/tag423.xml"/><Relationship Id="rId4" Type="http://schemas.openxmlformats.org/officeDocument/2006/relationships/tags" Target="../tags/tag408.xml"/><Relationship Id="rId9" Type="http://schemas.openxmlformats.org/officeDocument/2006/relationships/tags" Target="../tags/tag413.xml"/><Relationship Id="rId14" Type="http://schemas.openxmlformats.org/officeDocument/2006/relationships/tags" Target="../tags/tag418.xml"/><Relationship Id="rId22" Type="http://schemas.openxmlformats.org/officeDocument/2006/relationships/tags" Target="../tags/tag426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tags" Target="../tags/tag436.xml"/><Relationship Id="rId13" Type="http://schemas.openxmlformats.org/officeDocument/2006/relationships/tags" Target="../tags/tag441.xml"/><Relationship Id="rId18" Type="http://schemas.openxmlformats.org/officeDocument/2006/relationships/tags" Target="../tags/tag446.xml"/><Relationship Id="rId26" Type="http://schemas.openxmlformats.org/officeDocument/2006/relationships/image" Target="../media/image8.emf"/><Relationship Id="rId3" Type="http://schemas.openxmlformats.org/officeDocument/2006/relationships/tags" Target="../tags/tag431.xml"/><Relationship Id="rId21" Type="http://schemas.openxmlformats.org/officeDocument/2006/relationships/tags" Target="../tags/tag449.xml"/><Relationship Id="rId7" Type="http://schemas.openxmlformats.org/officeDocument/2006/relationships/tags" Target="../tags/tag435.xml"/><Relationship Id="rId12" Type="http://schemas.openxmlformats.org/officeDocument/2006/relationships/tags" Target="../tags/tag440.xml"/><Relationship Id="rId17" Type="http://schemas.openxmlformats.org/officeDocument/2006/relationships/tags" Target="../tags/tag445.xml"/><Relationship Id="rId25" Type="http://schemas.openxmlformats.org/officeDocument/2006/relationships/slideMaster" Target="../slideMasters/slideMaster6.xml"/><Relationship Id="rId2" Type="http://schemas.openxmlformats.org/officeDocument/2006/relationships/tags" Target="../tags/tag430.xml"/><Relationship Id="rId16" Type="http://schemas.openxmlformats.org/officeDocument/2006/relationships/tags" Target="../tags/tag444.xml"/><Relationship Id="rId20" Type="http://schemas.openxmlformats.org/officeDocument/2006/relationships/tags" Target="../tags/tag448.xml"/><Relationship Id="rId1" Type="http://schemas.openxmlformats.org/officeDocument/2006/relationships/tags" Target="../tags/tag429.xml"/><Relationship Id="rId6" Type="http://schemas.openxmlformats.org/officeDocument/2006/relationships/tags" Target="../tags/tag434.xml"/><Relationship Id="rId11" Type="http://schemas.openxmlformats.org/officeDocument/2006/relationships/tags" Target="../tags/tag439.xml"/><Relationship Id="rId24" Type="http://schemas.openxmlformats.org/officeDocument/2006/relationships/tags" Target="../tags/tag452.xml"/><Relationship Id="rId5" Type="http://schemas.openxmlformats.org/officeDocument/2006/relationships/tags" Target="../tags/tag433.xml"/><Relationship Id="rId15" Type="http://schemas.openxmlformats.org/officeDocument/2006/relationships/tags" Target="../tags/tag443.xml"/><Relationship Id="rId23" Type="http://schemas.openxmlformats.org/officeDocument/2006/relationships/tags" Target="../tags/tag451.xml"/><Relationship Id="rId10" Type="http://schemas.openxmlformats.org/officeDocument/2006/relationships/tags" Target="../tags/tag438.xml"/><Relationship Id="rId19" Type="http://schemas.openxmlformats.org/officeDocument/2006/relationships/tags" Target="../tags/tag447.xml"/><Relationship Id="rId4" Type="http://schemas.openxmlformats.org/officeDocument/2006/relationships/tags" Target="../tags/tag432.xml"/><Relationship Id="rId9" Type="http://schemas.openxmlformats.org/officeDocument/2006/relationships/tags" Target="../tags/tag437.xml"/><Relationship Id="rId14" Type="http://schemas.openxmlformats.org/officeDocument/2006/relationships/tags" Target="../tags/tag442.xml"/><Relationship Id="rId22" Type="http://schemas.openxmlformats.org/officeDocument/2006/relationships/tags" Target="../tags/tag450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tags" Target="../tags/tag459.xml"/><Relationship Id="rId13" Type="http://schemas.openxmlformats.org/officeDocument/2006/relationships/oleObject" Target="../embeddings/oleObject5.bin"/><Relationship Id="rId3" Type="http://schemas.openxmlformats.org/officeDocument/2006/relationships/tags" Target="../tags/tag454.xml"/><Relationship Id="rId7" Type="http://schemas.openxmlformats.org/officeDocument/2006/relationships/tags" Target="../tags/tag458.xml"/><Relationship Id="rId12" Type="http://schemas.openxmlformats.org/officeDocument/2006/relationships/slideMaster" Target="../slideMasters/slideMaster6.xml"/><Relationship Id="rId2" Type="http://schemas.openxmlformats.org/officeDocument/2006/relationships/tags" Target="../tags/tag453.xml"/><Relationship Id="rId1" Type="http://schemas.openxmlformats.org/officeDocument/2006/relationships/vmlDrawing" Target="../drawings/vmlDrawing19.vml"/><Relationship Id="rId6" Type="http://schemas.openxmlformats.org/officeDocument/2006/relationships/tags" Target="../tags/tag457.xml"/><Relationship Id="rId11" Type="http://schemas.openxmlformats.org/officeDocument/2006/relationships/tags" Target="../tags/tag462.xml"/><Relationship Id="rId5" Type="http://schemas.openxmlformats.org/officeDocument/2006/relationships/tags" Target="../tags/tag456.xml"/><Relationship Id="rId10" Type="http://schemas.openxmlformats.org/officeDocument/2006/relationships/tags" Target="../tags/tag461.xml"/><Relationship Id="rId4" Type="http://schemas.openxmlformats.org/officeDocument/2006/relationships/tags" Target="../tags/tag455.xml"/><Relationship Id="rId9" Type="http://schemas.openxmlformats.org/officeDocument/2006/relationships/tags" Target="../tags/tag460.xml"/><Relationship Id="rId14" Type="http://schemas.openxmlformats.org/officeDocument/2006/relationships/image" Target="../media/image8.emf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tags" Target="../tags/tag469.xml"/><Relationship Id="rId13" Type="http://schemas.openxmlformats.org/officeDocument/2006/relationships/oleObject" Target="../embeddings/oleObject6.bin"/><Relationship Id="rId3" Type="http://schemas.openxmlformats.org/officeDocument/2006/relationships/tags" Target="../tags/tag464.xml"/><Relationship Id="rId7" Type="http://schemas.openxmlformats.org/officeDocument/2006/relationships/tags" Target="../tags/tag468.xml"/><Relationship Id="rId12" Type="http://schemas.openxmlformats.org/officeDocument/2006/relationships/slideMaster" Target="../slideMasters/slideMaster6.xml"/><Relationship Id="rId2" Type="http://schemas.openxmlformats.org/officeDocument/2006/relationships/tags" Target="../tags/tag463.xml"/><Relationship Id="rId1" Type="http://schemas.openxmlformats.org/officeDocument/2006/relationships/vmlDrawing" Target="../drawings/vmlDrawing20.vml"/><Relationship Id="rId6" Type="http://schemas.openxmlformats.org/officeDocument/2006/relationships/tags" Target="../tags/tag467.xml"/><Relationship Id="rId11" Type="http://schemas.openxmlformats.org/officeDocument/2006/relationships/tags" Target="../tags/tag472.xml"/><Relationship Id="rId5" Type="http://schemas.openxmlformats.org/officeDocument/2006/relationships/tags" Target="../tags/tag466.xml"/><Relationship Id="rId10" Type="http://schemas.openxmlformats.org/officeDocument/2006/relationships/tags" Target="../tags/tag471.xml"/><Relationship Id="rId4" Type="http://schemas.openxmlformats.org/officeDocument/2006/relationships/tags" Target="../tags/tag465.xml"/><Relationship Id="rId9" Type="http://schemas.openxmlformats.org/officeDocument/2006/relationships/tags" Target="../tags/tag470.xml"/><Relationship Id="rId14" Type="http://schemas.openxmlformats.org/officeDocument/2006/relationships/image" Target="../media/image8.emf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479.xml"/><Relationship Id="rId13" Type="http://schemas.openxmlformats.org/officeDocument/2006/relationships/slideMaster" Target="../slideMasters/slideMaster6.xml"/><Relationship Id="rId3" Type="http://schemas.openxmlformats.org/officeDocument/2006/relationships/tags" Target="../tags/tag474.xml"/><Relationship Id="rId7" Type="http://schemas.openxmlformats.org/officeDocument/2006/relationships/tags" Target="../tags/tag478.xml"/><Relationship Id="rId12" Type="http://schemas.openxmlformats.org/officeDocument/2006/relationships/tags" Target="../tags/tag483.xml"/><Relationship Id="rId2" Type="http://schemas.openxmlformats.org/officeDocument/2006/relationships/tags" Target="../tags/tag473.xml"/><Relationship Id="rId1" Type="http://schemas.openxmlformats.org/officeDocument/2006/relationships/vmlDrawing" Target="../drawings/vmlDrawing21.vml"/><Relationship Id="rId6" Type="http://schemas.openxmlformats.org/officeDocument/2006/relationships/tags" Target="../tags/tag477.xml"/><Relationship Id="rId11" Type="http://schemas.openxmlformats.org/officeDocument/2006/relationships/tags" Target="../tags/tag482.xml"/><Relationship Id="rId5" Type="http://schemas.openxmlformats.org/officeDocument/2006/relationships/tags" Target="../tags/tag476.xml"/><Relationship Id="rId15" Type="http://schemas.openxmlformats.org/officeDocument/2006/relationships/image" Target="../media/image8.emf"/><Relationship Id="rId10" Type="http://schemas.openxmlformats.org/officeDocument/2006/relationships/tags" Target="../tags/tag481.xml"/><Relationship Id="rId4" Type="http://schemas.openxmlformats.org/officeDocument/2006/relationships/tags" Target="../tags/tag475.xml"/><Relationship Id="rId9" Type="http://schemas.openxmlformats.org/officeDocument/2006/relationships/tags" Target="../tags/tag480.xml"/><Relationship Id="rId14" Type="http://schemas.openxmlformats.org/officeDocument/2006/relationships/oleObject" Target="../embeddings/oleObject7.bin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tags" Target="../tags/tag490.xml"/><Relationship Id="rId13" Type="http://schemas.openxmlformats.org/officeDocument/2006/relationships/slideMaster" Target="../slideMasters/slideMaster6.xml"/><Relationship Id="rId3" Type="http://schemas.openxmlformats.org/officeDocument/2006/relationships/tags" Target="../tags/tag485.xml"/><Relationship Id="rId7" Type="http://schemas.openxmlformats.org/officeDocument/2006/relationships/tags" Target="../tags/tag489.xml"/><Relationship Id="rId12" Type="http://schemas.openxmlformats.org/officeDocument/2006/relationships/tags" Target="../tags/tag494.xml"/><Relationship Id="rId2" Type="http://schemas.openxmlformats.org/officeDocument/2006/relationships/tags" Target="../tags/tag484.xml"/><Relationship Id="rId1" Type="http://schemas.openxmlformats.org/officeDocument/2006/relationships/vmlDrawing" Target="../drawings/vmlDrawing22.vml"/><Relationship Id="rId6" Type="http://schemas.openxmlformats.org/officeDocument/2006/relationships/tags" Target="../tags/tag488.xml"/><Relationship Id="rId11" Type="http://schemas.openxmlformats.org/officeDocument/2006/relationships/tags" Target="../tags/tag493.xml"/><Relationship Id="rId5" Type="http://schemas.openxmlformats.org/officeDocument/2006/relationships/tags" Target="../tags/tag487.xml"/><Relationship Id="rId15" Type="http://schemas.openxmlformats.org/officeDocument/2006/relationships/image" Target="../media/image8.emf"/><Relationship Id="rId10" Type="http://schemas.openxmlformats.org/officeDocument/2006/relationships/tags" Target="../tags/tag492.xml"/><Relationship Id="rId4" Type="http://schemas.openxmlformats.org/officeDocument/2006/relationships/tags" Target="../tags/tag486.xml"/><Relationship Id="rId9" Type="http://schemas.openxmlformats.org/officeDocument/2006/relationships/tags" Target="../tags/tag491.xml"/><Relationship Id="rId14" Type="http://schemas.openxmlformats.org/officeDocument/2006/relationships/oleObject" Target="../embeddings/oleObject7.bin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tags" Target="../tags/tag501.xml"/><Relationship Id="rId13" Type="http://schemas.openxmlformats.org/officeDocument/2006/relationships/slideMaster" Target="../slideMasters/slideMaster6.xml"/><Relationship Id="rId3" Type="http://schemas.openxmlformats.org/officeDocument/2006/relationships/tags" Target="../tags/tag496.xml"/><Relationship Id="rId7" Type="http://schemas.openxmlformats.org/officeDocument/2006/relationships/tags" Target="../tags/tag500.xml"/><Relationship Id="rId12" Type="http://schemas.openxmlformats.org/officeDocument/2006/relationships/tags" Target="../tags/tag505.xml"/><Relationship Id="rId2" Type="http://schemas.openxmlformats.org/officeDocument/2006/relationships/tags" Target="../tags/tag495.xml"/><Relationship Id="rId1" Type="http://schemas.openxmlformats.org/officeDocument/2006/relationships/vmlDrawing" Target="../drawings/vmlDrawing23.vml"/><Relationship Id="rId6" Type="http://schemas.openxmlformats.org/officeDocument/2006/relationships/tags" Target="../tags/tag499.xml"/><Relationship Id="rId11" Type="http://schemas.openxmlformats.org/officeDocument/2006/relationships/tags" Target="../tags/tag504.xml"/><Relationship Id="rId5" Type="http://schemas.openxmlformats.org/officeDocument/2006/relationships/tags" Target="../tags/tag498.xml"/><Relationship Id="rId15" Type="http://schemas.openxmlformats.org/officeDocument/2006/relationships/image" Target="../media/image11.emf"/><Relationship Id="rId10" Type="http://schemas.openxmlformats.org/officeDocument/2006/relationships/tags" Target="../tags/tag503.xml"/><Relationship Id="rId4" Type="http://schemas.openxmlformats.org/officeDocument/2006/relationships/tags" Target="../tags/tag497.xml"/><Relationship Id="rId9" Type="http://schemas.openxmlformats.org/officeDocument/2006/relationships/tags" Target="../tags/tag502.xml"/><Relationship Id="rId14" Type="http://schemas.openxmlformats.org/officeDocument/2006/relationships/oleObject" Target="../embeddings/oleObject8.bin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tags" Target="../tags/tag512.xml"/><Relationship Id="rId13" Type="http://schemas.openxmlformats.org/officeDocument/2006/relationships/oleObject" Target="../embeddings/oleObject9.bin"/><Relationship Id="rId3" Type="http://schemas.openxmlformats.org/officeDocument/2006/relationships/tags" Target="../tags/tag507.xml"/><Relationship Id="rId7" Type="http://schemas.openxmlformats.org/officeDocument/2006/relationships/tags" Target="../tags/tag511.xml"/><Relationship Id="rId12" Type="http://schemas.openxmlformats.org/officeDocument/2006/relationships/slideMaster" Target="../slideMasters/slideMaster6.xml"/><Relationship Id="rId2" Type="http://schemas.openxmlformats.org/officeDocument/2006/relationships/tags" Target="../tags/tag506.xml"/><Relationship Id="rId1" Type="http://schemas.openxmlformats.org/officeDocument/2006/relationships/vmlDrawing" Target="../drawings/vmlDrawing24.vml"/><Relationship Id="rId6" Type="http://schemas.openxmlformats.org/officeDocument/2006/relationships/tags" Target="../tags/tag510.xml"/><Relationship Id="rId11" Type="http://schemas.openxmlformats.org/officeDocument/2006/relationships/tags" Target="../tags/tag515.xml"/><Relationship Id="rId5" Type="http://schemas.openxmlformats.org/officeDocument/2006/relationships/tags" Target="../tags/tag509.xml"/><Relationship Id="rId10" Type="http://schemas.openxmlformats.org/officeDocument/2006/relationships/tags" Target="../tags/tag514.xml"/><Relationship Id="rId4" Type="http://schemas.openxmlformats.org/officeDocument/2006/relationships/tags" Target="../tags/tag508.xml"/><Relationship Id="rId9" Type="http://schemas.openxmlformats.org/officeDocument/2006/relationships/tags" Target="../tags/tag513.xml"/><Relationship Id="rId14" Type="http://schemas.openxmlformats.org/officeDocument/2006/relationships/image" Target="../media/image8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tags" Target="../tags/tag517.xml"/><Relationship Id="rId2" Type="http://schemas.openxmlformats.org/officeDocument/2006/relationships/tags" Target="../tags/tag51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tags" Target="../tags/tag524.xml"/><Relationship Id="rId13" Type="http://schemas.openxmlformats.org/officeDocument/2006/relationships/tags" Target="../tags/tag529.xml"/><Relationship Id="rId18" Type="http://schemas.openxmlformats.org/officeDocument/2006/relationships/tags" Target="../tags/tag534.xml"/><Relationship Id="rId26" Type="http://schemas.openxmlformats.org/officeDocument/2006/relationships/tags" Target="../tags/tag542.xml"/><Relationship Id="rId3" Type="http://schemas.openxmlformats.org/officeDocument/2006/relationships/tags" Target="../tags/tag519.xml"/><Relationship Id="rId21" Type="http://schemas.openxmlformats.org/officeDocument/2006/relationships/tags" Target="../tags/tag537.xml"/><Relationship Id="rId7" Type="http://schemas.openxmlformats.org/officeDocument/2006/relationships/tags" Target="../tags/tag523.xml"/><Relationship Id="rId12" Type="http://schemas.openxmlformats.org/officeDocument/2006/relationships/tags" Target="../tags/tag528.xml"/><Relationship Id="rId17" Type="http://schemas.openxmlformats.org/officeDocument/2006/relationships/tags" Target="../tags/tag533.xml"/><Relationship Id="rId25" Type="http://schemas.openxmlformats.org/officeDocument/2006/relationships/tags" Target="../tags/tag541.xml"/><Relationship Id="rId2" Type="http://schemas.openxmlformats.org/officeDocument/2006/relationships/tags" Target="../tags/tag518.xml"/><Relationship Id="rId16" Type="http://schemas.openxmlformats.org/officeDocument/2006/relationships/tags" Target="../tags/tag532.xml"/><Relationship Id="rId20" Type="http://schemas.openxmlformats.org/officeDocument/2006/relationships/tags" Target="../tags/tag536.xml"/><Relationship Id="rId29" Type="http://schemas.openxmlformats.org/officeDocument/2006/relationships/oleObject" Target="../embeddings/oleObject11.bin"/><Relationship Id="rId1" Type="http://schemas.openxmlformats.org/officeDocument/2006/relationships/vmlDrawing" Target="../drawings/vmlDrawing26.vml"/><Relationship Id="rId6" Type="http://schemas.openxmlformats.org/officeDocument/2006/relationships/tags" Target="../tags/tag522.xml"/><Relationship Id="rId11" Type="http://schemas.openxmlformats.org/officeDocument/2006/relationships/tags" Target="../tags/tag527.xml"/><Relationship Id="rId24" Type="http://schemas.openxmlformats.org/officeDocument/2006/relationships/tags" Target="../tags/tag540.xml"/><Relationship Id="rId5" Type="http://schemas.openxmlformats.org/officeDocument/2006/relationships/tags" Target="../tags/tag521.xml"/><Relationship Id="rId15" Type="http://schemas.openxmlformats.org/officeDocument/2006/relationships/tags" Target="../tags/tag531.xml"/><Relationship Id="rId23" Type="http://schemas.openxmlformats.org/officeDocument/2006/relationships/tags" Target="../tags/tag539.xml"/><Relationship Id="rId28" Type="http://schemas.openxmlformats.org/officeDocument/2006/relationships/image" Target="../media/image8.emf"/><Relationship Id="rId10" Type="http://schemas.openxmlformats.org/officeDocument/2006/relationships/tags" Target="../tags/tag526.xml"/><Relationship Id="rId19" Type="http://schemas.openxmlformats.org/officeDocument/2006/relationships/tags" Target="../tags/tag535.xml"/><Relationship Id="rId4" Type="http://schemas.openxmlformats.org/officeDocument/2006/relationships/tags" Target="../tags/tag520.xml"/><Relationship Id="rId9" Type="http://schemas.openxmlformats.org/officeDocument/2006/relationships/tags" Target="../tags/tag525.xml"/><Relationship Id="rId14" Type="http://schemas.openxmlformats.org/officeDocument/2006/relationships/tags" Target="../tags/tag530.xml"/><Relationship Id="rId22" Type="http://schemas.openxmlformats.org/officeDocument/2006/relationships/tags" Target="../tags/tag538.xml"/><Relationship Id="rId27" Type="http://schemas.openxmlformats.org/officeDocument/2006/relationships/slideMaster" Target="../slideMasters/slideMaster6.xml"/><Relationship Id="rId30" Type="http://schemas.openxmlformats.org/officeDocument/2006/relationships/image" Target="../media/image12.emf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550.xml"/><Relationship Id="rId13" Type="http://schemas.openxmlformats.org/officeDocument/2006/relationships/tags" Target="../tags/tag555.xml"/><Relationship Id="rId18" Type="http://schemas.openxmlformats.org/officeDocument/2006/relationships/tags" Target="../tags/tag560.xml"/><Relationship Id="rId3" Type="http://schemas.openxmlformats.org/officeDocument/2006/relationships/tags" Target="../tags/tag545.xml"/><Relationship Id="rId21" Type="http://schemas.openxmlformats.org/officeDocument/2006/relationships/tags" Target="../tags/tag563.xml"/><Relationship Id="rId7" Type="http://schemas.openxmlformats.org/officeDocument/2006/relationships/tags" Target="../tags/tag549.xml"/><Relationship Id="rId12" Type="http://schemas.openxmlformats.org/officeDocument/2006/relationships/tags" Target="../tags/tag554.xml"/><Relationship Id="rId17" Type="http://schemas.openxmlformats.org/officeDocument/2006/relationships/tags" Target="../tags/tag559.xml"/><Relationship Id="rId25" Type="http://schemas.openxmlformats.org/officeDocument/2006/relationships/image" Target="../media/image8.emf"/><Relationship Id="rId2" Type="http://schemas.openxmlformats.org/officeDocument/2006/relationships/tags" Target="../tags/tag544.xml"/><Relationship Id="rId16" Type="http://schemas.openxmlformats.org/officeDocument/2006/relationships/tags" Target="../tags/tag558.xml"/><Relationship Id="rId20" Type="http://schemas.openxmlformats.org/officeDocument/2006/relationships/tags" Target="../tags/tag562.xml"/><Relationship Id="rId1" Type="http://schemas.openxmlformats.org/officeDocument/2006/relationships/tags" Target="../tags/tag543.xml"/><Relationship Id="rId6" Type="http://schemas.openxmlformats.org/officeDocument/2006/relationships/tags" Target="../tags/tag548.xml"/><Relationship Id="rId11" Type="http://schemas.openxmlformats.org/officeDocument/2006/relationships/tags" Target="../tags/tag553.xml"/><Relationship Id="rId24" Type="http://schemas.openxmlformats.org/officeDocument/2006/relationships/slideMaster" Target="../slideMasters/slideMaster6.xml"/><Relationship Id="rId5" Type="http://schemas.openxmlformats.org/officeDocument/2006/relationships/tags" Target="../tags/tag547.xml"/><Relationship Id="rId15" Type="http://schemas.openxmlformats.org/officeDocument/2006/relationships/tags" Target="../tags/tag557.xml"/><Relationship Id="rId23" Type="http://schemas.openxmlformats.org/officeDocument/2006/relationships/tags" Target="../tags/tag565.xml"/><Relationship Id="rId10" Type="http://schemas.openxmlformats.org/officeDocument/2006/relationships/tags" Target="../tags/tag552.xml"/><Relationship Id="rId19" Type="http://schemas.openxmlformats.org/officeDocument/2006/relationships/tags" Target="../tags/tag561.xml"/><Relationship Id="rId4" Type="http://schemas.openxmlformats.org/officeDocument/2006/relationships/tags" Target="../tags/tag546.xml"/><Relationship Id="rId9" Type="http://schemas.openxmlformats.org/officeDocument/2006/relationships/tags" Target="../tags/tag551.xml"/><Relationship Id="rId14" Type="http://schemas.openxmlformats.org/officeDocument/2006/relationships/tags" Target="../tags/tag556.xml"/><Relationship Id="rId22" Type="http://schemas.openxmlformats.org/officeDocument/2006/relationships/tags" Target="../tags/tag564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566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tags" Target="../tags/tag574.xml"/><Relationship Id="rId13" Type="http://schemas.openxmlformats.org/officeDocument/2006/relationships/tags" Target="../tags/tag579.xml"/><Relationship Id="rId18" Type="http://schemas.openxmlformats.org/officeDocument/2006/relationships/tags" Target="../tags/tag584.xml"/><Relationship Id="rId3" Type="http://schemas.openxmlformats.org/officeDocument/2006/relationships/tags" Target="../tags/tag569.xml"/><Relationship Id="rId21" Type="http://schemas.openxmlformats.org/officeDocument/2006/relationships/tags" Target="../tags/tag587.xml"/><Relationship Id="rId7" Type="http://schemas.openxmlformats.org/officeDocument/2006/relationships/tags" Target="../tags/tag573.xml"/><Relationship Id="rId12" Type="http://schemas.openxmlformats.org/officeDocument/2006/relationships/tags" Target="../tags/tag578.xml"/><Relationship Id="rId17" Type="http://schemas.openxmlformats.org/officeDocument/2006/relationships/tags" Target="../tags/tag583.xml"/><Relationship Id="rId2" Type="http://schemas.openxmlformats.org/officeDocument/2006/relationships/tags" Target="../tags/tag568.xml"/><Relationship Id="rId16" Type="http://schemas.openxmlformats.org/officeDocument/2006/relationships/tags" Target="../tags/tag582.xml"/><Relationship Id="rId20" Type="http://schemas.openxmlformats.org/officeDocument/2006/relationships/tags" Target="../tags/tag586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11" Type="http://schemas.openxmlformats.org/officeDocument/2006/relationships/tags" Target="../tags/tag577.xml"/><Relationship Id="rId24" Type="http://schemas.openxmlformats.org/officeDocument/2006/relationships/image" Target="../media/image8.emf"/><Relationship Id="rId5" Type="http://schemas.openxmlformats.org/officeDocument/2006/relationships/tags" Target="../tags/tag571.xml"/><Relationship Id="rId15" Type="http://schemas.openxmlformats.org/officeDocument/2006/relationships/tags" Target="../tags/tag581.xml"/><Relationship Id="rId23" Type="http://schemas.openxmlformats.org/officeDocument/2006/relationships/slideMaster" Target="../slideMasters/slideMaster6.xml"/><Relationship Id="rId10" Type="http://schemas.openxmlformats.org/officeDocument/2006/relationships/tags" Target="../tags/tag576.xml"/><Relationship Id="rId19" Type="http://schemas.openxmlformats.org/officeDocument/2006/relationships/tags" Target="../tags/tag585.xml"/><Relationship Id="rId4" Type="http://schemas.openxmlformats.org/officeDocument/2006/relationships/tags" Target="../tags/tag570.xml"/><Relationship Id="rId9" Type="http://schemas.openxmlformats.org/officeDocument/2006/relationships/tags" Target="../tags/tag575.xml"/><Relationship Id="rId14" Type="http://schemas.openxmlformats.org/officeDocument/2006/relationships/tags" Target="../tags/tag580.xml"/><Relationship Id="rId22" Type="http://schemas.openxmlformats.org/officeDocument/2006/relationships/tags" Target="../tags/tag588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596.xml"/><Relationship Id="rId13" Type="http://schemas.openxmlformats.org/officeDocument/2006/relationships/tags" Target="../tags/tag601.xml"/><Relationship Id="rId18" Type="http://schemas.openxmlformats.org/officeDocument/2006/relationships/tags" Target="../tags/tag606.xml"/><Relationship Id="rId3" Type="http://schemas.openxmlformats.org/officeDocument/2006/relationships/tags" Target="../tags/tag591.xml"/><Relationship Id="rId21" Type="http://schemas.openxmlformats.org/officeDocument/2006/relationships/tags" Target="../tags/tag609.xml"/><Relationship Id="rId7" Type="http://schemas.openxmlformats.org/officeDocument/2006/relationships/tags" Target="../tags/tag595.xml"/><Relationship Id="rId12" Type="http://schemas.openxmlformats.org/officeDocument/2006/relationships/tags" Target="../tags/tag600.xml"/><Relationship Id="rId17" Type="http://schemas.openxmlformats.org/officeDocument/2006/relationships/tags" Target="../tags/tag605.xml"/><Relationship Id="rId2" Type="http://schemas.openxmlformats.org/officeDocument/2006/relationships/tags" Target="../tags/tag590.xml"/><Relationship Id="rId16" Type="http://schemas.openxmlformats.org/officeDocument/2006/relationships/tags" Target="../tags/tag604.xml"/><Relationship Id="rId20" Type="http://schemas.openxmlformats.org/officeDocument/2006/relationships/tags" Target="../tags/tag608.xml"/><Relationship Id="rId1" Type="http://schemas.openxmlformats.org/officeDocument/2006/relationships/tags" Target="../tags/tag589.xml"/><Relationship Id="rId6" Type="http://schemas.openxmlformats.org/officeDocument/2006/relationships/tags" Target="../tags/tag594.xml"/><Relationship Id="rId11" Type="http://schemas.openxmlformats.org/officeDocument/2006/relationships/tags" Target="../tags/tag599.xml"/><Relationship Id="rId24" Type="http://schemas.openxmlformats.org/officeDocument/2006/relationships/image" Target="../media/image8.emf"/><Relationship Id="rId5" Type="http://schemas.openxmlformats.org/officeDocument/2006/relationships/tags" Target="../tags/tag593.xml"/><Relationship Id="rId15" Type="http://schemas.openxmlformats.org/officeDocument/2006/relationships/tags" Target="../tags/tag603.xml"/><Relationship Id="rId23" Type="http://schemas.openxmlformats.org/officeDocument/2006/relationships/slideMaster" Target="../slideMasters/slideMaster6.xml"/><Relationship Id="rId10" Type="http://schemas.openxmlformats.org/officeDocument/2006/relationships/tags" Target="../tags/tag598.xml"/><Relationship Id="rId19" Type="http://schemas.openxmlformats.org/officeDocument/2006/relationships/tags" Target="../tags/tag607.xml"/><Relationship Id="rId4" Type="http://schemas.openxmlformats.org/officeDocument/2006/relationships/tags" Target="../tags/tag592.xml"/><Relationship Id="rId9" Type="http://schemas.openxmlformats.org/officeDocument/2006/relationships/tags" Target="../tags/tag597.xml"/><Relationship Id="rId14" Type="http://schemas.openxmlformats.org/officeDocument/2006/relationships/tags" Target="../tags/tag602.xml"/><Relationship Id="rId22" Type="http://schemas.openxmlformats.org/officeDocument/2006/relationships/tags" Target="../tags/tag610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tags" Target="../tags/tag612.xml"/><Relationship Id="rId2" Type="http://schemas.openxmlformats.org/officeDocument/2006/relationships/tags" Target="../tags/tag61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620.xml"/><Relationship Id="rId13" Type="http://schemas.openxmlformats.org/officeDocument/2006/relationships/tags" Target="../tags/tag625.xml"/><Relationship Id="rId18" Type="http://schemas.openxmlformats.org/officeDocument/2006/relationships/tags" Target="../tags/tag630.xml"/><Relationship Id="rId3" Type="http://schemas.openxmlformats.org/officeDocument/2006/relationships/tags" Target="../tags/tag615.xml"/><Relationship Id="rId21" Type="http://schemas.openxmlformats.org/officeDocument/2006/relationships/tags" Target="../tags/tag633.xml"/><Relationship Id="rId7" Type="http://schemas.openxmlformats.org/officeDocument/2006/relationships/tags" Target="../tags/tag619.xml"/><Relationship Id="rId12" Type="http://schemas.openxmlformats.org/officeDocument/2006/relationships/tags" Target="../tags/tag624.xml"/><Relationship Id="rId17" Type="http://schemas.openxmlformats.org/officeDocument/2006/relationships/tags" Target="../tags/tag629.xml"/><Relationship Id="rId2" Type="http://schemas.openxmlformats.org/officeDocument/2006/relationships/tags" Target="../tags/tag614.xml"/><Relationship Id="rId16" Type="http://schemas.openxmlformats.org/officeDocument/2006/relationships/tags" Target="../tags/tag628.xml"/><Relationship Id="rId20" Type="http://schemas.openxmlformats.org/officeDocument/2006/relationships/tags" Target="../tags/tag632.xml"/><Relationship Id="rId1" Type="http://schemas.openxmlformats.org/officeDocument/2006/relationships/tags" Target="../tags/tag613.xml"/><Relationship Id="rId6" Type="http://schemas.openxmlformats.org/officeDocument/2006/relationships/tags" Target="../tags/tag618.xml"/><Relationship Id="rId11" Type="http://schemas.openxmlformats.org/officeDocument/2006/relationships/tags" Target="../tags/tag623.xml"/><Relationship Id="rId24" Type="http://schemas.openxmlformats.org/officeDocument/2006/relationships/image" Target="../media/image8.emf"/><Relationship Id="rId5" Type="http://schemas.openxmlformats.org/officeDocument/2006/relationships/tags" Target="../tags/tag617.xml"/><Relationship Id="rId15" Type="http://schemas.openxmlformats.org/officeDocument/2006/relationships/tags" Target="../tags/tag627.xml"/><Relationship Id="rId23" Type="http://schemas.openxmlformats.org/officeDocument/2006/relationships/slideMaster" Target="../slideMasters/slideMaster6.xml"/><Relationship Id="rId10" Type="http://schemas.openxmlformats.org/officeDocument/2006/relationships/tags" Target="../tags/tag622.xml"/><Relationship Id="rId19" Type="http://schemas.openxmlformats.org/officeDocument/2006/relationships/tags" Target="../tags/tag631.xml"/><Relationship Id="rId4" Type="http://schemas.openxmlformats.org/officeDocument/2006/relationships/tags" Target="../tags/tag616.xml"/><Relationship Id="rId9" Type="http://schemas.openxmlformats.org/officeDocument/2006/relationships/tags" Target="../tags/tag621.xml"/><Relationship Id="rId14" Type="http://schemas.openxmlformats.org/officeDocument/2006/relationships/tags" Target="../tags/tag626.xml"/><Relationship Id="rId22" Type="http://schemas.openxmlformats.org/officeDocument/2006/relationships/tags" Target="../tags/tag634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tags" Target="../tags/tag642.xml"/><Relationship Id="rId13" Type="http://schemas.openxmlformats.org/officeDocument/2006/relationships/tags" Target="../tags/tag647.xml"/><Relationship Id="rId18" Type="http://schemas.openxmlformats.org/officeDocument/2006/relationships/tags" Target="../tags/tag652.xml"/><Relationship Id="rId3" Type="http://schemas.openxmlformats.org/officeDocument/2006/relationships/tags" Target="../tags/tag637.xml"/><Relationship Id="rId21" Type="http://schemas.openxmlformats.org/officeDocument/2006/relationships/tags" Target="../tags/tag655.xml"/><Relationship Id="rId7" Type="http://schemas.openxmlformats.org/officeDocument/2006/relationships/tags" Target="../tags/tag641.xml"/><Relationship Id="rId12" Type="http://schemas.openxmlformats.org/officeDocument/2006/relationships/tags" Target="../tags/tag646.xml"/><Relationship Id="rId17" Type="http://schemas.openxmlformats.org/officeDocument/2006/relationships/tags" Target="../tags/tag651.xml"/><Relationship Id="rId2" Type="http://schemas.openxmlformats.org/officeDocument/2006/relationships/tags" Target="../tags/tag636.xml"/><Relationship Id="rId16" Type="http://schemas.openxmlformats.org/officeDocument/2006/relationships/tags" Target="../tags/tag650.xml"/><Relationship Id="rId20" Type="http://schemas.openxmlformats.org/officeDocument/2006/relationships/tags" Target="../tags/tag654.xml"/><Relationship Id="rId1" Type="http://schemas.openxmlformats.org/officeDocument/2006/relationships/tags" Target="../tags/tag635.xml"/><Relationship Id="rId6" Type="http://schemas.openxmlformats.org/officeDocument/2006/relationships/tags" Target="../tags/tag640.xml"/><Relationship Id="rId11" Type="http://schemas.openxmlformats.org/officeDocument/2006/relationships/tags" Target="../tags/tag645.xml"/><Relationship Id="rId24" Type="http://schemas.openxmlformats.org/officeDocument/2006/relationships/image" Target="../media/image8.emf"/><Relationship Id="rId5" Type="http://schemas.openxmlformats.org/officeDocument/2006/relationships/tags" Target="../tags/tag639.xml"/><Relationship Id="rId15" Type="http://schemas.openxmlformats.org/officeDocument/2006/relationships/tags" Target="../tags/tag649.xml"/><Relationship Id="rId23" Type="http://schemas.openxmlformats.org/officeDocument/2006/relationships/slideMaster" Target="../slideMasters/slideMaster6.xml"/><Relationship Id="rId10" Type="http://schemas.openxmlformats.org/officeDocument/2006/relationships/tags" Target="../tags/tag644.xml"/><Relationship Id="rId19" Type="http://schemas.openxmlformats.org/officeDocument/2006/relationships/tags" Target="../tags/tag653.xml"/><Relationship Id="rId4" Type="http://schemas.openxmlformats.org/officeDocument/2006/relationships/tags" Target="../tags/tag638.xml"/><Relationship Id="rId9" Type="http://schemas.openxmlformats.org/officeDocument/2006/relationships/tags" Target="../tags/tag643.xml"/><Relationship Id="rId14" Type="http://schemas.openxmlformats.org/officeDocument/2006/relationships/tags" Target="../tags/tag648.xml"/><Relationship Id="rId22" Type="http://schemas.openxmlformats.org/officeDocument/2006/relationships/tags" Target="../tags/tag65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tags" Target="../tags/tag688.xml"/><Relationship Id="rId13" Type="http://schemas.openxmlformats.org/officeDocument/2006/relationships/tags" Target="../tags/tag693.xml"/><Relationship Id="rId18" Type="http://schemas.openxmlformats.org/officeDocument/2006/relationships/tags" Target="../tags/tag698.xml"/><Relationship Id="rId26" Type="http://schemas.openxmlformats.org/officeDocument/2006/relationships/tags" Target="../tags/tag706.xml"/><Relationship Id="rId3" Type="http://schemas.openxmlformats.org/officeDocument/2006/relationships/tags" Target="../tags/tag683.xml"/><Relationship Id="rId21" Type="http://schemas.openxmlformats.org/officeDocument/2006/relationships/tags" Target="../tags/tag701.xml"/><Relationship Id="rId7" Type="http://schemas.openxmlformats.org/officeDocument/2006/relationships/tags" Target="../tags/tag687.xml"/><Relationship Id="rId12" Type="http://schemas.openxmlformats.org/officeDocument/2006/relationships/tags" Target="../tags/tag692.xml"/><Relationship Id="rId17" Type="http://schemas.openxmlformats.org/officeDocument/2006/relationships/tags" Target="../tags/tag697.xml"/><Relationship Id="rId25" Type="http://schemas.openxmlformats.org/officeDocument/2006/relationships/tags" Target="../tags/tag705.xml"/><Relationship Id="rId2" Type="http://schemas.openxmlformats.org/officeDocument/2006/relationships/tags" Target="../tags/tag682.xml"/><Relationship Id="rId16" Type="http://schemas.openxmlformats.org/officeDocument/2006/relationships/tags" Target="../tags/tag696.xml"/><Relationship Id="rId20" Type="http://schemas.openxmlformats.org/officeDocument/2006/relationships/tags" Target="../tags/tag700.xml"/><Relationship Id="rId29" Type="http://schemas.openxmlformats.org/officeDocument/2006/relationships/image" Target="../media/image8.emf"/><Relationship Id="rId1" Type="http://schemas.openxmlformats.org/officeDocument/2006/relationships/vmlDrawing" Target="../drawings/vmlDrawing31.vml"/><Relationship Id="rId6" Type="http://schemas.openxmlformats.org/officeDocument/2006/relationships/tags" Target="../tags/tag686.xml"/><Relationship Id="rId11" Type="http://schemas.openxmlformats.org/officeDocument/2006/relationships/tags" Target="../tags/tag691.xml"/><Relationship Id="rId24" Type="http://schemas.openxmlformats.org/officeDocument/2006/relationships/tags" Target="../tags/tag704.xml"/><Relationship Id="rId5" Type="http://schemas.openxmlformats.org/officeDocument/2006/relationships/tags" Target="../tags/tag685.xml"/><Relationship Id="rId15" Type="http://schemas.openxmlformats.org/officeDocument/2006/relationships/tags" Target="../tags/tag695.xml"/><Relationship Id="rId23" Type="http://schemas.openxmlformats.org/officeDocument/2006/relationships/tags" Target="../tags/tag703.xml"/><Relationship Id="rId28" Type="http://schemas.openxmlformats.org/officeDocument/2006/relationships/slideMaster" Target="../slideMasters/slideMaster7.xml"/><Relationship Id="rId10" Type="http://schemas.openxmlformats.org/officeDocument/2006/relationships/tags" Target="../tags/tag690.xml"/><Relationship Id="rId19" Type="http://schemas.openxmlformats.org/officeDocument/2006/relationships/tags" Target="../tags/tag699.xml"/><Relationship Id="rId4" Type="http://schemas.openxmlformats.org/officeDocument/2006/relationships/tags" Target="../tags/tag684.xml"/><Relationship Id="rId9" Type="http://schemas.openxmlformats.org/officeDocument/2006/relationships/tags" Target="../tags/tag689.xml"/><Relationship Id="rId14" Type="http://schemas.openxmlformats.org/officeDocument/2006/relationships/tags" Target="../tags/tag694.xml"/><Relationship Id="rId22" Type="http://schemas.openxmlformats.org/officeDocument/2006/relationships/tags" Target="../tags/tag702.xml"/><Relationship Id="rId27" Type="http://schemas.openxmlformats.org/officeDocument/2006/relationships/tags" Target="../tags/tag707.xml"/><Relationship Id="rId30" Type="http://schemas.openxmlformats.org/officeDocument/2006/relationships/oleObject" Target="../embeddings/oleObject3.bin"/></Relationships>
</file>

<file path=ppt/slideLayouts/_rels/slideLayout85.xml.rels><?xml version="1.0" encoding="UTF-8" standalone="yes"?>
<Relationships xmlns="http://schemas.openxmlformats.org/package/2006/relationships"><Relationship Id="rId8" Type="http://schemas.openxmlformats.org/officeDocument/2006/relationships/tags" Target="../tags/tag714.xml"/><Relationship Id="rId13" Type="http://schemas.openxmlformats.org/officeDocument/2006/relationships/tags" Target="../tags/tag719.xml"/><Relationship Id="rId18" Type="http://schemas.openxmlformats.org/officeDocument/2006/relationships/tags" Target="../tags/tag724.xml"/><Relationship Id="rId26" Type="http://schemas.openxmlformats.org/officeDocument/2006/relationships/tags" Target="../tags/tag732.xml"/><Relationship Id="rId3" Type="http://schemas.openxmlformats.org/officeDocument/2006/relationships/tags" Target="../tags/tag709.xml"/><Relationship Id="rId21" Type="http://schemas.openxmlformats.org/officeDocument/2006/relationships/tags" Target="../tags/tag727.xml"/><Relationship Id="rId7" Type="http://schemas.openxmlformats.org/officeDocument/2006/relationships/tags" Target="../tags/tag713.xml"/><Relationship Id="rId12" Type="http://schemas.openxmlformats.org/officeDocument/2006/relationships/tags" Target="../tags/tag718.xml"/><Relationship Id="rId17" Type="http://schemas.openxmlformats.org/officeDocument/2006/relationships/tags" Target="../tags/tag723.xml"/><Relationship Id="rId25" Type="http://schemas.openxmlformats.org/officeDocument/2006/relationships/tags" Target="../tags/tag731.xml"/><Relationship Id="rId2" Type="http://schemas.openxmlformats.org/officeDocument/2006/relationships/tags" Target="../tags/tag708.xml"/><Relationship Id="rId16" Type="http://schemas.openxmlformats.org/officeDocument/2006/relationships/tags" Target="../tags/tag722.xml"/><Relationship Id="rId20" Type="http://schemas.openxmlformats.org/officeDocument/2006/relationships/tags" Target="../tags/tag726.xml"/><Relationship Id="rId29" Type="http://schemas.openxmlformats.org/officeDocument/2006/relationships/oleObject" Target="../embeddings/oleObject4.bin"/><Relationship Id="rId1" Type="http://schemas.openxmlformats.org/officeDocument/2006/relationships/vmlDrawing" Target="../drawings/vmlDrawing32.vml"/><Relationship Id="rId6" Type="http://schemas.openxmlformats.org/officeDocument/2006/relationships/tags" Target="../tags/tag712.xml"/><Relationship Id="rId11" Type="http://schemas.openxmlformats.org/officeDocument/2006/relationships/tags" Target="../tags/tag717.xml"/><Relationship Id="rId24" Type="http://schemas.openxmlformats.org/officeDocument/2006/relationships/tags" Target="../tags/tag730.xml"/><Relationship Id="rId5" Type="http://schemas.openxmlformats.org/officeDocument/2006/relationships/tags" Target="../tags/tag711.xml"/><Relationship Id="rId15" Type="http://schemas.openxmlformats.org/officeDocument/2006/relationships/tags" Target="../tags/tag721.xml"/><Relationship Id="rId23" Type="http://schemas.openxmlformats.org/officeDocument/2006/relationships/tags" Target="../tags/tag729.xml"/><Relationship Id="rId28" Type="http://schemas.openxmlformats.org/officeDocument/2006/relationships/image" Target="../media/image8.emf"/><Relationship Id="rId10" Type="http://schemas.openxmlformats.org/officeDocument/2006/relationships/tags" Target="../tags/tag716.xml"/><Relationship Id="rId19" Type="http://schemas.openxmlformats.org/officeDocument/2006/relationships/tags" Target="../tags/tag725.xml"/><Relationship Id="rId4" Type="http://schemas.openxmlformats.org/officeDocument/2006/relationships/tags" Target="../tags/tag710.xml"/><Relationship Id="rId9" Type="http://schemas.openxmlformats.org/officeDocument/2006/relationships/tags" Target="../tags/tag715.xml"/><Relationship Id="rId14" Type="http://schemas.openxmlformats.org/officeDocument/2006/relationships/tags" Target="../tags/tag720.xml"/><Relationship Id="rId22" Type="http://schemas.openxmlformats.org/officeDocument/2006/relationships/tags" Target="../tags/tag728.xml"/><Relationship Id="rId27" Type="http://schemas.openxmlformats.org/officeDocument/2006/relationships/slideMaster" Target="../slideMasters/slideMaster7.xml"/><Relationship Id="rId30" Type="http://schemas.openxmlformats.org/officeDocument/2006/relationships/image" Target="../media/image10.emf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tags" Target="../tags/tag740.xml"/><Relationship Id="rId13" Type="http://schemas.openxmlformats.org/officeDocument/2006/relationships/tags" Target="../tags/tag745.xml"/><Relationship Id="rId18" Type="http://schemas.openxmlformats.org/officeDocument/2006/relationships/tags" Target="../tags/tag750.xml"/><Relationship Id="rId26" Type="http://schemas.openxmlformats.org/officeDocument/2006/relationships/image" Target="../media/image8.emf"/><Relationship Id="rId3" Type="http://schemas.openxmlformats.org/officeDocument/2006/relationships/tags" Target="../tags/tag735.xml"/><Relationship Id="rId21" Type="http://schemas.openxmlformats.org/officeDocument/2006/relationships/tags" Target="../tags/tag753.xml"/><Relationship Id="rId7" Type="http://schemas.openxmlformats.org/officeDocument/2006/relationships/tags" Target="../tags/tag739.xml"/><Relationship Id="rId12" Type="http://schemas.openxmlformats.org/officeDocument/2006/relationships/tags" Target="../tags/tag744.xml"/><Relationship Id="rId17" Type="http://schemas.openxmlformats.org/officeDocument/2006/relationships/tags" Target="../tags/tag749.xml"/><Relationship Id="rId25" Type="http://schemas.openxmlformats.org/officeDocument/2006/relationships/slideMaster" Target="../slideMasters/slideMaster7.xml"/><Relationship Id="rId2" Type="http://schemas.openxmlformats.org/officeDocument/2006/relationships/tags" Target="../tags/tag734.xml"/><Relationship Id="rId16" Type="http://schemas.openxmlformats.org/officeDocument/2006/relationships/tags" Target="../tags/tag748.xml"/><Relationship Id="rId20" Type="http://schemas.openxmlformats.org/officeDocument/2006/relationships/tags" Target="../tags/tag752.xml"/><Relationship Id="rId1" Type="http://schemas.openxmlformats.org/officeDocument/2006/relationships/tags" Target="../tags/tag733.xml"/><Relationship Id="rId6" Type="http://schemas.openxmlformats.org/officeDocument/2006/relationships/tags" Target="../tags/tag738.xml"/><Relationship Id="rId11" Type="http://schemas.openxmlformats.org/officeDocument/2006/relationships/tags" Target="../tags/tag743.xml"/><Relationship Id="rId24" Type="http://schemas.openxmlformats.org/officeDocument/2006/relationships/tags" Target="../tags/tag756.xml"/><Relationship Id="rId5" Type="http://schemas.openxmlformats.org/officeDocument/2006/relationships/tags" Target="../tags/tag737.xml"/><Relationship Id="rId15" Type="http://schemas.openxmlformats.org/officeDocument/2006/relationships/tags" Target="../tags/tag747.xml"/><Relationship Id="rId23" Type="http://schemas.openxmlformats.org/officeDocument/2006/relationships/tags" Target="../tags/tag755.xml"/><Relationship Id="rId10" Type="http://schemas.openxmlformats.org/officeDocument/2006/relationships/tags" Target="../tags/tag742.xml"/><Relationship Id="rId19" Type="http://schemas.openxmlformats.org/officeDocument/2006/relationships/tags" Target="../tags/tag751.xml"/><Relationship Id="rId4" Type="http://schemas.openxmlformats.org/officeDocument/2006/relationships/tags" Target="../tags/tag736.xml"/><Relationship Id="rId9" Type="http://schemas.openxmlformats.org/officeDocument/2006/relationships/tags" Target="../tags/tag741.xml"/><Relationship Id="rId14" Type="http://schemas.openxmlformats.org/officeDocument/2006/relationships/tags" Target="../tags/tag746.xml"/><Relationship Id="rId22" Type="http://schemas.openxmlformats.org/officeDocument/2006/relationships/tags" Target="../tags/tag754.xml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tags" Target="../tags/tag764.xml"/><Relationship Id="rId13" Type="http://schemas.openxmlformats.org/officeDocument/2006/relationships/tags" Target="../tags/tag769.xml"/><Relationship Id="rId18" Type="http://schemas.openxmlformats.org/officeDocument/2006/relationships/tags" Target="../tags/tag774.xml"/><Relationship Id="rId26" Type="http://schemas.openxmlformats.org/officeDocument/2006/relationships/image" Target="../media/image8.emf"/><Relationship Id="rId3" Type="http://schemas.openxmlformats.org/officeDocument/2006/relationships/tags" Target="../tags/tag759.xml"/><Relationship Id="rId21" Type="http://schemas.openxmlformats.org/officeDocument/2006/relationships/tags" Target="../tags/tag777.xml"/><Relationship Id="rId7" Type="http://schemas.openxmlformats.org/officeDocument/2006/relationships/tags" Target="../tags/tag763.xml"/><Relationship Id="rId12" Type="http://schemas.openxmlformats.org/officeDocument/2006/relationships/tags" Target="../tags/tag768.xml"/><Relationship Id="rId17" Type="http://schemas.openxmlformats.org/officeDocument/2006/relationships/tags" Target="../tags/tag773.xml"/><Relationship Id="rId25" Type="http://schemas.openxmlformats.org/officeDocument/2006/relationships/slideMaster" Target="../slideMasters/slideMaster7.xml"/><Relationship Id="rId2" Type="http://schemas.openxmlformats.org/officeDocument/2006/relationships/tags" Target="../tags/tag758.xml"/><Relationship Id="rId16" Type="http://schemas.openxmlformats.org/officeDocument/2006/relationships/tags" Target="../tags/tag772.xml"/><Relationship Id="rId20" Type="http://schemas.openxmlformats.org/officeDocument/2006/relationships/tags" Target="../tags/tag776.xml"/><Relationship Id="rId1" Type="http://schemas.openxmlformats.org/officeDocument/2006/relationships/tags" Target="../tags/tag757.xml"/><Relationship Id="rId6" Type="http://schemas.openxmlformats.org/officeDocument/2006/relationships/tags" Target="../tags/tag762.xml"/><Relationship Id="rId11" Type="http://schemas.openxmlformats.org/officeDocument/2006/relationships/tags" Target="../tags/tag767.xml"/><Relationship Id="rId24" Type="http://schemas.openxmlformats.org/officeDocument/2006/relationships/tags" Target="../tags/tag780.xml"/><Relationship Id="rId5" Type="http://schemas.openxmlformats.org/officeDocument/2006/relationships/tags" Target="../tags/tag761.xml"/><Relationship Id="rId15" Type="http://schemas.openxmlformats.org/officeDocument/2006/relationships/tags" Target="../tags/tag771.xml"/><Relationship Id="rId23" Type="http://schemas.openxmlformats.org/officeDocument/2006/relationships/tags" Target="../tags/tag779.xml"/><Relationship Id="rId10" Type="http://schemas.openxmlformats.org/officeDocument/2006/relationships/tags" Target="../tags/tag766.xml"/><Relationship Id="rId19" Type="http://schemas.openxmlformats.org/officeDocument/2006/relationships/tags" Target="../tags/tag775.xml"/><Relationship Id="rId4" Type="http://schemas.openxmlformats.org/officeDocument/2006/relationships/tags" Target="../tags/tag760.xml"/><Relationship Id="rId9" Type="http://schemas.openxmlformats.org/officeDocument/2006/relationships/tags" Target="../tags/tag765.xml"/><Relationship Id="rId14" Type="http://schemas.openxmlformats.org/officeDocument/2006/relationships/tags" Target="../tags/tag770.xml"/><Relationship Id="rId22" Type="http://schemas.openxmlformats.org/officeDocument/2006/relationships/tags" Target="../tags/tag778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tags" Target="../tags/tag787.xml"/><Relationship Id="rId13" Type="http://schemas.openxmlformats.org/officeDocument/2006/relationships/oleObject" Target="../embeddings/oleObject5.bin"/><Relationship Id="rId3" Type="http://schemas.openxmlformats.org/officeDocument/2006/relationships/tags" Target="../tags/tag782.xml"/><Relationship Id="rId7" Type="http://schemas.openxmlformats.org/officeDocument/2006/relationships/tags" Target="../tags/tag786.xml"/><Relationship Id="rId12" Type="http://schemas.openxmlformats.org/officeDocument/2006/relationships/slideMaster" Target="../slideMasters/slideMaster7.xml"/><Relationship Id="rId2" Type="http://schemas.openxmlformats.org/officeDocument/2006/relationships/tags" Target="../tags/tag781.xml"/><Relationship Id="rId1" Type="http://schemas.openxmlformats.org/officeDocument/2006/relationships/vmlDrawing" Target="../drawings/vmlDrawing33.vml"/><Relationship Id="rId6" Type="http://schemas.openxmlformats.org/officeDocument/2006/relationships/tags" Target="../tags/tag785.xml"/><Relationship Id="rId11" Type="http://schemas.openxmlformats.org/officeDocument/2006/relationships/tags" Target="../tags/tag790.xml"/><Relationship Id="rId5" Type="http://schemas.openxmlformats.org/officeDocument/2006/relationships/tags" Target="../tags/tag784.xml"/><Relationship Id="rId10" Type="http://schemas.openxmlformats.org/officeDocument/2006/relationships/tags" Target="../tags/tag789.xml"/><Relationship Id="rId4" Type="http://schemas.openxmlformats.org/officeDocument/2006/relationships/tags" Target="../tags/tag783.xml"/><Relationship Id="rId9" Type="http://schemas.openxmlformats.org/officeDocument/2006/relationships/tags" Target="../tags/tag788.xml"/><Relationship Id="rId14" Type="http://schemas.openxmlformats.org/officeDocument/2006/relationships/image" Target="../media/image8.emf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tags" Target="../tags/tag797.xml"/><Relationship Id="rId13" Type="http://schemas.openxmlformats.org/officeDocument/2006/relationships/oleObject" Target="../embeddings/oleObject6.bin"/><Relationship Id="rId3" Type="http://schemas.openxmlformats.org/officeDocument/2006/relationships/tags" Target="../tags/tag792.xml"/><Relationship Id="rId7" Type="http://schemas.openxmlformats.org/officeDocument/2006/relationships/tags" Target="../tags/tag796.xml"/><Relationship Id="rId12" Type="http://schemas.openxmlformats.org/officeDocument/2006/relationships/slideMaster" Target="../slideMasters/slideMaster7.xml"/><Relationship Id="rId2" Type="http://schemas.openxmlformats.org/officeDocument/2006/relationships/tags" Target="../tags/tag791.xml"/><Relationship Id="rId1" Type="http://schemas.openxmlformats.org/officeDocument/2006/relationships/vmlDrawing" Target="../drawings/vmlDrawing34.vml"/><Relationship Id="rId6" Type="http://schemas.openxmlformats.org/officeDocument/2006/relationships/tags" Target="../tags/tag795.xml"/><Relationship Id="rId11" Type="http://schemas.openxmlformats.org/officeDocument/2006/relationships/tags" Target="../tags/tag800.xml"/><Relationship Id="rId5" Type="http://schemas.openxmlformats.org/officeDocument/2006/relationships/tags" Target="../tags/tag794.xml"/><Relationship Id="rId10" Type="http://schemas.openxmlformats.org/officeDocument/2006/relationships/tags" Target="../tags/tag799.xml"/><Relationship Id="rId4" Type="http://schemas.openxmlformats.org/officeDocument/2006/relationships/tags" Target="../tags/tag793.xml"/><Relationship Id="rId9" Type="http://schemas.openxmlformats.org/officeDocument/2006/relationships/tags" Target="../tags/tag798.xml"/><Relationship Id="rId14" Type="http://schemas.openxmlformats.org/officeDocument/2006/relationships/image" Target="../media/image8.emf"/></Relationships>
</file>

<file path=ppt/slideLayouts/_rels/slideLayout90.xml.rels><?xml version="1.0" encoding="UTF-8" standalone="yes"?>
<Relationships xmlns="http://schemas.openxmlformats.org/package/2006/relationships"><Relationship Id="rId8" Type="http://schemas.openxmlformats.org/officeDocument/2006/relationships/tags" Target="../tags/tag807.xml"/><Relationship Id="rId13" Type="http://schemas.openxmlformats.org/officeDocument/2006/relationships/slideMaster" Target="../slideMasters/slideMaster7.xml"/><Relationship Id="rId3" Type="http://schemas.openxmlformats.org/officeDocument/2006/relationships/tags" Target="../tags/tag802.xml"/><Relationship Id="rId7" Type="http://schemas.openxmlformats.org/officeDocument/2006/relationships/tags" Target="../tags/tag806.xml"/><Relationship Id="rId12" Type="http://schemas.openxmlformats.org/officeDocument/2006/relationships/tags" Target="../tags/tag811.xml"/><Relationship Id="rId2" Type="http://schemas.openxmlformats.org/officeDocument/2006/relationships/tags" Target="../tags/tag801.xml"/><Relationship Id="rId1" Type="http://schemas.openxmlformats.org/officeDocument/2006/relationships/vmlDrawing" Target="../drawings/vmlDrawing35.vml"/><Relationship Id="rId6" Type="http://schemas.openxmlformats.org/officeDocument/2006/relationships/tags" Target="../tags/tag805.xml"/><Relationship Id="rId11" Type="http://schemas.openxmlformats.org/officeDocument/2006/relationships/tags" Target="../tags/tag810.xml"/><Relationship Id="rId5" Type="http://schemas.openxmlformats.org/officeDocument/2006/relationships/tags" Target="../tags/tag804.xml"/><Relationship Id="rId15" Type="http://schemas.openxmlformats.org/officeDocument/2006/relationships/image" Target="../media/image8.emf"/><Relationship Id="rId10" Type="http://schemas.openxmlformats.org/officeDocument/2006/relationships/tags" Target="../tags/tag809.xml"/><Relationship Id="rId4" Type="http://schemas.openxmlformats.org/officeDocument/2006/relationships/tags" Target="../tags/tag803.xml"/><Relationship Id="rId9" Type="http://schemas.openxmlformats.org/officeDocument/2006/relationships/tags" Target="../tags/tag808.xml"/><Relationship Id="rId14" Type="http://schemas.openxmlformats.org/officeDocument/2006/relationships/oleObject" Target="../embeddings/oleObject7.bin"/></Relationships>
</file>

<file path=ppt/slideLayouts/_rels/slideLayout91.xml.rels><?xml version="1.0" encoding="UTF-8" standalone="yes"?>
<Relationships xmlns="http://schemas.openxmlformats.org/package/2006/relationships"><Relationship Id="rId8" Type="http://schemas.openxmlformats.org/officeDocument/2006/relationships/tags" Target="../tags/tag818.xml"/><Relationship Id="rId13" Type="http://schemas.openxmlformats.org/officeDocument/2006/relationships/slideMaster" Target="../slideMasters/slideMaster7.xml"/><Relationship Id="rId3" Type="http://schemas.openxmlformats.org/officeDocument/2006/relationships/tags" Target="../tags/tag813.xml"/><Relationship Id="rId7" Type="http://schemas.openxmlformats.org/officeDocument/2006/relationships/tags" Target="../tags/tag817.xml"/><Relationship Id="rId12" Type="http://schemas.openxmlformats.org/officeDocument/2006/relationships/tags" Target="../tags/tag822.xml"/><Relationship Id="rId2" Type="http://schemas.openxmlformats.org/officeDocument/2006/relationships/tags" Target="../tags/tag812.xml"/><Relationship Id="rId1" Type="http://schemas.openxmlformats.org/officeDocument/2006/relationships/vmlDrawing" Target="../drawings/vmlDrawing36.vml"/><Relationship Id="rId6" Type="http://schemas.openxmlformats.org/officeDocument/2006/relationships/tags" Target="../tags/tag816.xml"/><Relationship Id="rId11" Type="http://schemas.openxmlformats.org/officeDocument/2006/relationships/tags" Target="../tags/tag821.xml"/><Relationship Id="rId5" Type="http://schemas.openxmlformats.org/officeDocument/2006/relationships/tags" Target="../tags/tag815.xml"/><Relationship Id="rId15" Type="http://schemas.openxmlformats.org/officeDocument/2006/relationships/image" Target="../media/image8.emf"/><Relationship Id="rId10" Type="http://schemas.openxmlformats.org/officeDocument/2006/relationships/tags" Target="../tags/tag820.xml"/><Relationship Id="rId4" Type="http://schemas.openxmlformats.org/officeDocument/2006/relationships/tags" Target="../tags/tag814.xml"/><Relationship Id="rId9" Type="http://schemas.openxmlformats.org/officeDocument/2006/relationships/tags" Target="../tags/tag819.xml"/><Relationship Id="rId14" Type="http://schemas.openxmlformats.org/officeDocument/2006/relationships/oleObject" Target="../embeddings/oleObject7.bin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tags" Target="../tags/tag829.xml"/><Relationship Id="rId13" Type="http://schemas.openxmlformats.org/officeDocument/2006/relationships/slideMaster" Target="../slideMasters/slideMaster7.xml"/><Relationship Id="rId3" Type="http://schemas.openxmlformats.org/officeDocument/2006/relationships/tags" Target="../tags/tag824.xml"/><Relationship Id="rId7" Type="http://schemas.openxmlformats.org/officeDocument/2006/relationships/tags" Target="../tags/tag828.xml"/><Relationship Id="rId12" Type="http://schemas.openxmlformats.org/officeDocument/2006/relationships/tags" Target="../tags/tag833.xml"/><Relationship Id="rId2" Type="http://schemas.openxmlformats.org/officeDocument/2006/relationships/tags" Target="../tags/tag823.xml"/><Relationship Id="rId1" Type="http://schemas.openxmlformats.org/officeDocument/2006/relationships/vmlDrawing" Target="../drawings/vmlDrawing37.vml"/><Relationship Id="rId6" Type="http://schemas.openxmlformats.org/officeDocument/2006/relationships/tags" Target="../tags/tag827.xml"/><Relationship Id="rId11" Type="http://schemas.openxmlformats.org/officeDocument/2006/relationships/tags" Target="../tags/tag832.xml"/><Relationship Id="rId5" Type="http://schemas.openxmlformats.org/officeDocument/2006/relationships/tags" Target="../tags/tag826.xml"/><Relationship Id="rId15" Type="http://schemas.openxmlformats.org/officeDocument/2006/relationships/image" Target="../media/image11.emf"/><Relationship Id="rId10" Type="http://schemas.openxmlformats.org/officeDocument/2006/relationships/tags" Target="../tags/tag831.xml"/><Relationship Id="rId4" Type="http://schemas.openxmlformats.org/officeDocument/2006/relationships/tags" Target="../tags/tag825.xml"/><Relationship Id="rId9" Type="http://schemas.openxmlformats.org/officeDocument/2006/relationships/tags" Target="../tags/tag830.xml"/><Relationship Id="rId14" Type="http://schemas.openxmlformats.org/officeDocument/2006/relationships/oleObject" Target="../embeddings/oleObject8.bin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tags" Target="../tags/tag840.xml"/><Relationship Id="rId13" Type="http://schemas.openxmlformats.org/officeDocument/2006/relationships/oleObject" Target="../embeddings/oleObject9.bin"/><Relationship Id="rId3" Type="http://schemas.openxmlformats.org/officeDocument/2006/relationships/tags" Target="../tags/tag835.xml"/><Relationship Id="rId7" Type="http://schemas.openxmlformats.org/officeDocument/2006/relationships/tags" Target="../tags/tag839.xml"/><Relationship Id="rId12" Type="http://schemas.openxmlformats.org/officeDocument/2006/relationships/slideMaster" Target="../slideMasters/slideMaster7.xml"/><Relationship Id="rId2" Type="http://schemas.openxmlformats.org/officeDocument/2006/relationships/tags" Target="../tags/tag834.xml"/><Relationship Id="rId1" Type="http://schemas.openxmlformats.org/officeDocument/2006/relationships/vmlDrawing" Target="../drawings/vmlDrawing38.vml"/><Relationship Id="rId6" Type="http://schemas.openxmlformats.org/officeDocument/2006/relationships/tags" Target="../tags/tag838.xml"/><Relationship Id="rId11" Type="http://schemas.openxmlformats.org/officeDocument/2006/relationships/tags" Target="../tags/tag843.xml"/><Relationship Id="rId5" Type="http://schemas.openxmlformats.org/officeDocument/2006/relationships/tags" Target="../tags/tag837.xml"/><Relationship Id="rId10" Type="http://schemas.openxmlformats.org/officeDocument/2006/relationships/tags" Target="../tags/tag842.xml"/><Relationship Id="rId4" Type="http://schemas.openxmlformats.org/officeDocument/2006/relationships/tags" Target="../tags/tag836.xml"/><Relationship Id="rId9" Type="http://schemas.openxmlformats.org/officeDocument/2006/relationships/tags" Target="../tags/tag841.xml"/><Relationship Id="rId14" Type="http://schemas.openxmlformats.org/officeDocument/2006/relationships/image" Target="../media/image8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tags" Target="../tags/tag845.xml"/><Relationship Id="rId2" Type="http://schemas.openxmlformats.org/officeDocument/2006/relationships/tags" Target="../tags/tag844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8" Type="http://schemas.openxmlformats.org/officeDocument/2006/relationships/tags" Target="../tags/tag852.xml"/><Relationship Id="rId13" Type="http://schemas.openxmlformats.org/officeDocument/2006/relationships/tags" Target="../tags/tag857.xml"/><Relationship Id="rId18" Type="http://schemas.openxmlformats.org/officeDocument/2006/relationships/tags" Target="../tags/tag862.xml"/><Relationship Id="rId26" Type="http://schemas.openxmlformats.org/officeDocument/2006/relationships/tags" Target="../tags/tag870.xml"/><Relationship Id="rId3" Type="http://schemas.openxmlformats.org/officeDocument/2006/relationships/tags" Target="../tags/tag847.xml"/><Relationship Id="rId21" Type="http://schemas.openxmlformats.org/officeDocument/2006/relationships/tags" Target="../tags/tag865.xml"/><Relationship Id="rId7" Type="http://schemas.openxmlformats.org/officeDocument/2006/relationships/tags" Target="../tags/tag851.xml"/><Relationship Id="rId12" Type="http://schemas.openxmlformats.org/officeDocument/2006/relationships/tags" Target="../tags/tag856.xml"/><Relationship Id="rId17" Type="http://schemas.openxmlformats.org/officeDocument/2006/relationships/tags" Target="../tags/tag861.xml"/><Relationship Id="rId25" Type="http://schemas.openxmlformats.org/officeDocument/2006/relationships/tags" Target="../tags/tag869.xml"/><Relationship Id="rId2" Type="http://schemas.openxmlformats.org/officeDocument/2006/relationships/tags" Target="../tags/tag846.xml"/><Relationship Id="rId16" Type="http://schemas.openxmlformats.org/officeDocument/2006/relationships/tags" Target="../tags/tag860.xml"/><Relationship Id="rId20" Type="http://schemas.openxmlformats.org/officeDocument/2006/relationships/tags" Target="../tags/tag864.xml"/><Relationship Id="rId29" Type="http://schemas.openxmlformats.org/officeDocument/2006/relationships/oleObject" Target="../embeddings/oleObject11.bin"/><Relationship Id="rId1" Type="http://schemas.openxmlformats.org/officeDocument/2006/relationships/vmlDrawing" Target="../drawings/vmlDrawing40.vml"/><Relationship Id="rId6" Type="http://schemas.openxmlformats.org/officeDocument/2006/relationships/tags" Target="../tags/tag850.xml"/><Relationship Id="rId11" Type="http://schemas.openxmlformats.org/officeDocument/2006/relationships/tags" Target="../tags/tag855.xml"/><Relationship Id="rId24" Type="http://schemas.openxmlformats.org/officeDocument/2006/relationships/tags" Target="../tags/tag868.xml"/><Relationship Id="rId5" Type="http://schemas.openxmlformats.org/officeDocument/2006/relationships/tags" Target="../tags/tag849.xml"/><Relationship Id="rId15" Type="http://schemas.openxmlformats.org/officeDocument/2006/relationships/tags" Target="../tags/tag859.xml"/><Relationship Id="rId23" Type="http://schemas.openxmlformats.org/officeDocument/2006/relationships/tags" Target="../tags/tag867.xml"/><Relationship Id="rId28" Type="http://schemas.openxmlformats.org/officeDocument/2006/relationships/image" Target="../media/image8.emf"/><Relationship Id="rId10" Type="http://schemas.openxmlformats.org/officeDocument/2006/relationships/tags" Target="../tags/tag854.xml"/><Relationship Id="rId19" Type="http://schemas.openxmlformats.org/officeDocument/2006/relationships/tags" Target="../tags/tag863.xml"/><Relationship Id="rId4" Type="http://schemas.openxmlformats.org/officeDocument/2006/relationships/tags" Target="../tags/tag848.xml"/><Relationship Id="rId9" Type="http://schemas.openxmlformats.org/officeDocument/2006/relationships/tags" Target="../tags/tag853.xml"/><Relationship Id="rId14" Type="http://schemas.openxmlformats.org/officeDocument/2006/relationships/tags" Target="../tags/tag858.xml"/><Relationship Id="rId22" Type="http://schemas.openxmlformats.org/officeDocument/2006/relationships/tags" Target="../tags/tag866.xml"/><Relationship Id="rId27" Type="http://schemas.openxmlformats.org/officeDocument/2006/relationships/slideMaster" Target="../slideMasters/slideMaster7.xml"/><Relationship Id="rId30" Type="http://schemas.openxmlformats.org/officeDocument/2006/relationships/image" Target="../media/image12.emf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tags" Target="../tags/tag878.xml"/><Relationship Id="rId13" Type="http://schemas.openxmlformats.org/officeDocument/2006/relationships/tags" Target="../tags/tag883.xml"/><Relationship Id="rId18" Type="http://schemas.openxmlformats.org/officeDocument/2006/relationships/tags" Target="../tags/tag888.xml"/><Relationship Id="rId3" Type="http://schemas.openxmlformats.org/officeDocument/2006/relationships/tags" Target="../tags/tag873.xml"/><Relationship Id="rId21" Type="http://schemas.openxmlformats.org/officeDocument/2006/relationships/tags" Target="../tags/tag891.xml"/><Relationship Id="rId7" Type="http://schemas.openxmlformats.org/officeDocument/2006/relationships/tags" Target="../tags/tag877.xml"/><Relationship Id="rId12" Type="http://schemas.openxmlformats.org/officeDocument/2006/relationships/tags" Target="../tags/tag882.xml"/><Relationship Id="rId17" Type="http://schemas.openxmlformats.org/officeDocument/2006/relationships/tags" Target="../tags/tag887.xml"/><Relationship Id="rId25" Type="http://schemas.openxmlformats.org/officeDocument/2006/relationships/image" Target="../media/image8.emf"/><Relationship Id="rId2" Type="http://schemas.openxmlformats.org/officeDocument/2006/relationships/tags" Target="../tags/tag872.xml"/><Relationship Id="rId16" Type="http://schemas.openxmlformats.org/officeDocument/2006/relationships/tags" Target="../tags/tag886.xml"/><Relationship Id="rId20" Type="http://schemas.openxmlformats.org/officeDocument/2006/relationships/tags" Target="../tags/tag890.xml"/><Relationship Id="rId1" Type="http://schemas.openxmlformats.org/officeDocument/2006/relationships/tags" Target="../tags/tag871.xml"/><Relationship Id="rId6" Type="http://schemas.openxmlformats.org/officeDocument/2006/relationships/tags" Target="../tags/tag876.xml"/><Relationship Id="rId11" Type="http://schemas.openxmlformats.org/officeDocument/2006/relationships/tags" Target="../tags/tag881.xml"/><Relationship Id="rId24" Type="http://schemas.openxmlformats.org/officeDocument/2006/relationships/slideMaster" Target="../slideMasters/slideMaster7.xml"/><Relationship Id="rId5" Type="http://schemas.openxmlformats.org/officeDocument/2006/relationships/tags" Target="../tags/tag875.xml"/><Relationship Id="rId15" Type="http://schemas.openxmlformats.org/officeDocument/2006/relationships/tags" Target="../tags/tag885.xml"/><Relationship Id="rId23" Type="http://schemas.openxmlformats.org/officeDocument/2006/relationships/tags" Target="../tags/tag893.xml"/><Relationship Id="rId10" Type="http://schemas.openxmlformats.org/officeDocument/2006/relationships/tags" Target="../tags/tag880.xml"/><Relationship Id="rId19" Type="http://schemas.openxmlformats.org/officeDocument/2006/relationships/tags" Target="../tags/tag889.xml"/><Relationship Id="rId4" Type="http://schemas.openxmlformats.org/officeDocument/2006/relationships/tags" Target="../tags/tag874.xml"/><Relationship Id="rId9" Type="http://schemas.openxmlformats.org/officeDocument/2006/relationships/tags" Target="../tags/tag879.xml"/><Relationship Id="rId14" Type="http://schemas.openxmlformats.org/officeDocument/2006/relationships/tags" Target="../tags/tag884.xml"/><Relationship Id="rId22" Type="http://schemas.openxmlformats.org/officeDocument/2006/relationships/tags" Target="../tags/tag89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894.xml"/><Relationship Id="rId1" Type="http://schemas.openxmlformats.org/officeDocument/2006/relationships/vmlDrawing" Target="../drawings/vmlDrawing41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tags" Target="../tags/tag902.xml"/><Relationship Id="rId13" Type="http://schemas.openxmlformats.org/officeDocument/2006/relationships/tags" Target="../tags/tag907.xml"/><Relationship Id="rId18" Type="http://schemas.openxmlformats.org/officeDocument/2006/relationships/tags" Target="../tags/tag912.xml"/><Relationship Id="rId3" Type="http://schemas.openxmlformats.org/officeDocument/2006/relationships/tags" Target="../tags/tag897.xml"/><Relationship Id="rId21" Type="http://schemas.openxmlformats.org/officeDocument/2006/relationships/tags" Target="../tags/tag915.xml"/><Relationship Id="rId7" Type="http://schemas.openxmlformats.org/officeDocument/2006/relationships/tags" Target="../tags/tag901.xml"/><Relationship Id="rId12" Type="http://schemas.openxmlformats.org/officeDocument/2006/relationships/tags" Target="../tags/tag906.xml"/><Relationship Id="rId17" Type="http://schemas.openxmlformats.org/officeDocument/2006/relationships/tags" Target="../tags/tag911.xml"/><Relationship Id="rId2" Type="http://schemas.openxmlformats.org/officeDocument/2006/relationships/tags" Target="../tags/tag896.xml"/><Relationship Id="rId16" Type="http://schemas.openxmlformats.org/officeDocument/2006/relationships/tags" Target="../tags/tag910.xml"/><Relationship Id="rId20" Type="http://schemas.openxmlformats.org/officeDocument/2006/relationships/tags" Target="../tags/tag914.xml"/><Relationship Id="rId1" Type="http://schemas.openxmlformats.org/officeDocument/2006/relationships/tags" Target="../tags/tag895.xml"/><Relationship Id="rId6" Type="http://schemas.openxmlformats.org/officeDocument/2006/relationships/tags" Target="../tags/tag900.xml"/><Relationship Id="rId11" Type="http://schemas.openxmlformats.org/officeDocument/2006/relationships/tags" Target="../tags/tag905.xml"/><Relationship Id="rId24" Type="http://schemas.openxmlformats.org/officeDocument/2006/relationships/image" Target="../media/image8.emf"/><Relationship Id="rId5" Type="http://schemas.openxmlformats.org/officeDocument/2006/relationships/tags" Target="../tags/tag899.xml"/><Relationship Id="rId15" Type="http://schemas.openxmlformats.org/officeDocument/2006/relationships/tags" Target="../tags/tag909.xml"/><Relationship Id="rId23" Type="http://schemas.openxmlformats.org/officeDocument/2006/relationships/slideMaster" Target="../slideMasters/slideMaster7.xml"/><Relationship Id="rId10" Type="http://schemas.openxmlformats.org/officeDocument/2006/relationships/tags" Target="../tags/tag904.xml"/><Relationship Id="rId19" Type="http://schemas.openxmlformats.org/officeDocument/2006/relationships/tags" Target="../tags/tag913.xml"/><Relationship Id="rId4" Type="http://schemas.openxmlformats.org/officeDocument/2006/relationships/tags" Target="../tags/tag898.xml"/><Relationship Id="rId9" Type="http://schemas.openxmlformats.org/officeDocument/2006/relationships/tags" Target="../tags/tag903.xml"/><Relationship Id="rId14" Type="http://schemas.openxmlformats.org/officeDocument/2006/relationships/tags" Target="../tags/tag908.xml"/><Relationship Id="rId22" Type="http://schemas.openxmlformats.org/officeDocument/2006/relationships/tags" Target="../tags/tag916.xml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tags" Target="../tags/tag924.xml"/><Relationship Id="rId13" Type="http://schemas.openxmlformats.org/officeDocument/2006/relationships/tags" Target="../tags/tag929.xml"/><Relationship Id="rId18" Type="http://schemas.openxmlformats.org/officeDocument/2006/relationships/tags" Target="../tags/tag934.xml"/><Relationship Id="rId3" Type="http://schemas.openxmlformats.org/officeDocument/2006/relationships/tags" Target="../tags/tag919.xml"/><Relationship Id="rId21" Type="http://schemas.openxmlformats.org/officeDocument/2006/relationships/tags" Target="../tags/tag937.xml"/><Relationship Id="rId7" Type="http://schemas.openxmlformats.org/officeDocument/2006/relationships/tags" Target="../tags/tag923.xml"/><Relationship Id="rId12" Type="http://schemas.openxmlformats.org/officeDocument/2006/relationships/tags" Target="../tags/tag928.xml"/><Relationship Id="rId17" Type="http://schemas.openxmlformats.org/officeDocument/2006/relationships/tags" Target="../tags/tag933.xml"/><Relationship Id="rId2" Type="http://schemas.openxmlformats.org/officeDocument/2006/relationships/tags" Target="../tags/tag918.xml"/><Relationship Id="rId16" Type="http://schemas.openxmlformats.org/officeDocument/2006/relationships/tags" Target="../tags/tag932.xml"/><Relationship Id="rId20" Type="http://schemas.openxmlformats.org/officeDocument/2006/relationships/tags" Target="../tags/tag936.xml"/><Relationship Id="rId1" Type="http://schemas.openxmlformats.org/officeDocument/2006/relationships/tags" Target="../tags/tag917.xml"/><Relationship Id="rId6" Type="http://schemas.openxmlformats.org/officeDocument/2006/relationships/tags" Target="../tags/tag922.xml"/><Relationship Id="rId11" Type="http://schemas.openxmlformats.org/officeDocument/2006/relationships/tags" Target="../tags/tag927.xml"/><Relationship Id="rId24" Type="http://schemas.openxmlformats.org/officeDocument/2006/relationships/image" Target="../media/image8.emf"/><Relationship Id="rId5" Type="http://schemas.openxmlformats.org/officeDocument/2006/relationships/tags" Target="../tags/tag921.xml"/><Relationship Id="rId15" Type="http://schemas.openxmlformats.org/officeDocument/2006/relationships/tags" Target="../tags/tag931.xml"/><Relationship Id="rId23" Type="http://schemas.openxmlformats.org/officeDocument/2006/relationships/slideMaster" Target="../slideMasters/slideMaster7.xml"/><Relationship Id="rId10" Type="http://schemas.openxmlformats.org/officeDocument/2006/relationships/tags" Target="../tags/tag926.xml"/><Relationship Id="rId19" Type="http://schemas.openxmlformats.org/officeDocument/2006/relationships/tags" Target="../tags/tag935.xml"/><Relationship Id="rId4" Type="http://schemas.openxmlformats.org/officeDocument/2006/relationships/tags" Target="../tags/tag920.xml"/><Relationship Id="rId9" Type="http://schemas.openxmlformats.org/officeDocument/2006/relationships/tags" Target="../tags/tag925.xml"/><Relationship Id="rId14" Type="http://schemas.openxmlformats.org/officeDocument/2006/relationships/tags" Target="../tags/tag930.xml"/><Relationship Id="rId22" Type="http://schemas.openxmlformats.org/officeDocument/2006/relationships/tags" Target="../tags/tag938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tags" Target="../tags/tag940.xml"/><Relationship Id="rId2" Type="http://schemas.openxmlformats.org/officeDocument/2006/relationships/tags" Target="../tags/tag939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8" Type="http://schemas.openxmlformats.org/officeDocument/2006/relationships/tags" Target="../tags/tag948.xml"/><Relationship Id="rId13" Type="http://schemas.openxmlformats.org/officeDocument/2006/relationships/tags" Target="../tags/tag953.xml"/><Relationship Id="rId18" Type="http://schemas.openxmlformats.org/officeDocument/2006/relationships/tags" Target="../tags/tag958.xml"/><Relationship Id="rId3" Type="http://schemas.openxmlformats.org/officeDocument/2006/relationships/tags" Target="../tags/tag943.xml"/><Relationship Id="rId21" Type="http://schemas.openxmlformats.org/officeDocument/2006/relationships/tags" Target="../tags/tag961.xml"/><Relationship Id="rId7" Type="http://schemas.openxmlformats.org/officeDocument/2006/relationships/tags" Target="../tags/tag947.xml"/><Relationship Id="rId12" Type="http://schemas.openxmlformats.org/officeDocument/2006/relationships/tags" Target="../tags/tag952.xml"/><Relationship Id="rId17" Type="http://schemas.openxmlformats.org/officeDocument/2006/relationships/tags" Target="../tags/tag957.xml"/><Relationship Id="rId2" Type="http://schemas.openxmlformats.org/officeDocument/2006/relationships/tags" Target="../tags/tag942.xml"/><Relationship Id="rId16" Type="http://schemas.openxmlformats.org/officeDocument/2006/relationships/tags" Target="../tags/tag956.xml"/><Relationship Id="rId20" Type="http://schemas.openxmlformats.org/officeDocument/2006/relationships/tags" Target="../tags/tag960.xml"/><Relationship Id="rId1" Type="http://schemas.openxmlformats.org/officeDocument/2006/relationships/tags" Target="../tags/tag941.xml"/><Relationship Id="rId6" Type="http://schemas.openxmlformats.org/officeDocument/2006/relationships/tags" Target="../tags/tag946.xml"/><Relationship Id="rId11" Type="http://schemas.openxmlformats.org/officeDocument/2006/relationships/tags" Target="../tags/tag951.xml"/><Relationship Id="rId24" Type="http://schemas.openxmlformats.org/officeDocument/2006/relationships/image" Target="../media/image8.emf"/><Relationship Id="rId5" Type="http://schemas.openxmlformats.org/officeDocument/2006/relationships/tags" Target="../tags/tag945.xml"/><Relationship Id="rId15" Type="http://schemas.openxmlformats.org/officeDocument/2006/relationships/tags" Target="../tags/tag955.xml"/><Relationship Id="rId23" Type="http://schemas.openxmlformats.org/officeDocument/2006/relationships/slideMaster" Target="../slideMasters/slideMaster7.xml"/><Relationship Id="rId10" Type="http://schemas.openxmlformats.org/officeDocument/2006/relationships/tags" Target="../tags/tag950.xml"/><Relationship Id="rId19" Type="http://schemas.openxmlformats.org/officeDocument/2006/relationships/tags" Target="../tags/tag959.xml"/><Relationship Id="rId4" Type="http://schemas.openxmlformats.org/officeDocument/2006/relationships/tags" Target="../tags/tag944.xml"/><Relationship Id="rId9" Type="http://schemas.openxmlformats.org/officeDocument/2006/relationships/tags" Target="../tags/tag949.xml"/><Relationship Id="rId14" Type="http://schemas.openxmlformats.org/officeDocument/2006/relationships/tags" Target="../tags/tag954.xml"/><Relationship Id="rId22" Type="http://schemas.openxmlformats.org/officeDocument/2006/relationships/tags" Target="../tags/tag962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tags" Target="../tags/tag970.xml"/><Relationship Id="rId13" Type="http://schemas.openxmlformats.org/officeDocument/2006/relationships/tags" Target="../tags/tag975.xml"/><Relationship Id="rId18" Type="http://schemas.openxmlformats.org/officeDocument/2006/relationships/tags" Target="../tags/tag980.xml"/><Relationship Id="rId3" Type="http://schemas.openxmlformats.org/officeDocument/2006/relationships/tags" Target="../tags/tag965.xml"/><Relationship Id="rId21" Type="http://schemas.openxmlformats.org/officeDocument/2006/relationships/tags" Target="../tags/tag983.xml"/><Relationship Id="rId7" Type="http://schemas.openxmlformats.org/officeDocument/2006/relationships/tags" Target="../tags/tag969.xml"/><Relationship Id="rId12" Type="http://schemas.openxmlformats.org/officeDocument/2006/relationships/tags" Target="../tags/tag974.xml"/><Relationship Id="rId17" Type="http://schemas.openxmlformats.org/officeDocument/2006/relationships/tags" Target="../tags/tag979.xml"/><Relationship Id="rId2" Type="http://schemas.openxmlformats.org/officeDocument/2006/relationships/tags" Target="../tags/tag964.xml"/><Relationship Id="rId16" Type="http://schemas.openxmlformats.org/officeDocument/2006/relationships/tags" Target="../tags/tag978.xml"/><Relationship Id="rId20" Type="http://schemas.openxmlformats.org/officeDocument/2006/relationships/tags" Target="../tags/tag982.xml"/><Relationship Id="rId1" Type="http://schemas.openxmlformats.org/officeDocument/2006/relationships/tags" Target="../tags/tag963.xml"/><Relationship Id="rId6" Type="http://schemas.openxmlformats.org/officeDocument/2006/relationships/tags" Target="../tags/tag968.xml"/><Relationship Id="rId11" Type="http://schemas.openxmlformats.org/officeDocument/2006/relationships/tags" Target="../tags/tag973.xml"/><Relationship Id="rId24" Type="http://schemas.openxmlformats.org/officeDocument/2006/relationships/image" Target="../media/image8.emf"/><Relationship Id="rId5" Type="http://schemas.openxmlformats.org/officeDocument/2006/relationships/tags" Target="../tags/tag967.xml"/><Relationship Id="rId15" Type="http://schemas.openxmlformats.org/officeDocument/2006/relationships/tags" Target="../tags/tag977.xml"/><Relationship Id="rId23" Type="http://schemas.openxmlformats.org/officeDocument/2006/relationships/slideMaster" Target="../slideMasters/slideMaster7.xml"/><Relationship Id="rId10" Type="http://schemas.openxmlformats.org/officeDocument/2006/relationships/tags" Target="../tags/tag972.xml"/><Relationship Id="rId19" Type="http://schemas.openxmlformats.org/officeDocument/2006/relationships/tags" Target="../tags/tag981.xml"/><Relationship Id="rId4" Type="http://schemas.openxmlformats.org/officeDocument/2006/relationships/tags" Target="../tags/tag966.xml"/><Relationship Id="rId9" Type="http://schemas.openxmlformats.org/officeDocument/2006/relationships/tags" Target="../tags/tag971.xml"/><Relationship Id="rId14" Type="http://schemas.openxmlformats.org/officeDocument/2006/relationships/tags" Target="../tags/tag976.xml"/><Relationship Id="rId22" Type="http://schemas.openxmlformats.org/officeDocument/2006/relationships/tags" Target="../tags/tag98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34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71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7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8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347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814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92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27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30762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164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70430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56003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61545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41866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81717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65848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910884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945384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3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FFFFF">
                  <a:lumMod val="8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679333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7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806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1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03861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046884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9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1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95077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3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marL="0" marR="0" lvl="0" indent="0" algn="r" defTabSz="4581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A38DC6-9F87-47A9-AC1D-AB5B002D9D36}" type="slidenum">
              <a:rPr kumimoji="0" lang="en-US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pPr marL="0" marR="0" lvl="0" indent="0" algn="r" defTabSz="4581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704020202020204"/>
              <a:ea typeface="+mn-ea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704020202020204"/>
                <a:ea typeface="+mn-ea"/>
                <a:cs typeface="Arial" panose="020B0704020202020204" pitchFamily="34" charset="0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927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7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3125710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1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2134694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45839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848080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6203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B69B2E55-D2ED-4AEE-A66C-946A4008A89F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915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369C247A-88F2-4D9E-9457-30E88872100C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391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defTabSz="685800" eaLnBrk="1" hangingPunct="1"/>
            <a:fld id="{F3631D43-0A86-4835-9D45-16D777E755A8}" type="slidenum">
              <a:rPr lang="en-GB" smtClean="0"/>
              <a:pPr defTabSz="685800" eaLnBrk="1" hangingPunct="1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5755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9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09408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endParaRPr lang="en-US">
              <a:ea typeface="+mn-ea"/>
            </a:endParaRPr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pPr defTabSz="685800" eaLnBrk="1" hangingPunct="1"/>
            <a:fld id="{34D5C3B8-0A27-4B4F-8679-5D519C8F9859}" type="slidenum">
              <a:rPr lang="en-US" smtClean="0">
                <a:ea typeface="+mn-ea"/>
              </a:rPr>
              <a:pPr defTabSz="685800" eaLnBrk="1" hangingPunct="1"/>
              <a:t>‹#›</a:t>
            </a:fld>
            <a:endParaRPr lang="en-US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94949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kumimoji="0" lang="en-US" altLang="en-US" sz="675" b="0" i="0" u="none" strike="noStrike" kern="1200" cap="none" spc="0" normalizeH="0" baseline="0" noProof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zh-CN" sz="675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kumimoji="0" lang="en-US" altLang="en-US" sz="675" b="0" i="0" u="none" strike="noStrike" kern="1200" cap="none" spc="0" normalizeH="0" baseline="0" noProof="0">
              <a:ln>
                <a:noFill/>
              </a:ln>
              <a:solidFill>
                <a:srgbClr val="17161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6281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486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652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4513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432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780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370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720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9474" y="4499850"/>
            <a:ext cx="25726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sym typeface="Arial" panose="020B0604020202020204" pitchFamily="34" charset="0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99474" y="427857"/>
            <a:ext cx="1605163" cy="320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9" y="591672"/>
            <a:ext cx="1699576" cy="39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7239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4406090" y="4966115"/>
            <a:ext cx="331822" cy="238527"/>
          </a:xfrm>
        </p:spPr>
        <p:txBody>
          <a:bodyPr/>
          <a:lstStyle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3669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105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669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3669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8891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17" y="613756"/>
            <a:ext cx="2107043" cy="4928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386DB4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5384758" y="-1947971"/>
            <a:ext cx="7591962" cy="71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917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7" y="4947088"/>
            <a:ext cx="549354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3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97061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7816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3418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177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9724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135053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33621291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215899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4550281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ea typeface="微软雅黑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ea typeface="微软雅黑"/>
              </a:rPr>
              <a:t>-</a:t>
            </a:r>
            <a:endParaRPr lang="zh-CN" altLang="en-US" dirty="0">
              <a:solidFill>
                <a:prstClr val="white"/>
              </a:solidFill>
              <a:ea typeface="微软雅黑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lvl="0" indent="0" algn="ctr" defTabSz="309563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933983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40009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02412" y="1731661"/>
            <a:ext cx="8139178" cy="67437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050" b="0" spc="225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02444" y="2674144"/>
            <a:ext cx="8139113" cy="60102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75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6743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D232A-CDD4-E04C-BBB1-F0B9B865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ACAFA3-850E-8D47-B80D-AC3DD277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1FF9E4-4AF9-F74A-8400-DE943D3D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99916-FBF6-5643-B142-C791CED3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9408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75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65472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30079" y="545783"/>
            <a:ext cx="2948940" cy="836295"/>
          </a:xfrm>
        </p:spPr>
        <p:txBody>
          <a:bodyPr anchor="ctr" anchorCtr="0"/>
          <a:lstStyle>
            <a:lvl1pPr>
              <a:defRPr sz="24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3853815" y="545783"/>
            <a:ext cx="4629150" cy="4052411"/>
          </a:xfrm>
        </p:spPr>
        <p:txBody>
          <a:bodyPr/>
          <a:lstStyle>
            <a:lvl1pPr>
              <a:defRPr sz="1800">
                <a:latin typeface="+mn-ea"/>
                <a:ea typeface="+mn-ea"/>
              </a:defRPr>
            </a:lvl1pPr>
            <a:lvl2pPr marL="342900" indent="0">
              <a:buNone/>
              <a:defRPr sz="18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630079" y="1679734"/>
            <a:ext cx="2948940" cy="2918936"/>
          </a:xfrm>
        </p:spPr>
        <p:txBody>
          <a:bodyPr/>
          <a:lstStyle>
            <a:lvl1pPr marL="257175" indent="-257175">
              <a:buFont typeface="Arial" panose="020B0604020202020204" pitchFamily="34" charset="0"/>
              <a:buChar char="•"/>
              <a:defRPr sz="1800">
                <a:latin typeface="+mn-ea"/>
                <a:ea typeface="+mn-ea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1382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502444" y="4203859"/>
            <a:ext cx="8139113" cy="418624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502444" y="481013"/>
            <a:ext cx="8139113" cy="341709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91549821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7334" cy="515112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342900" marR="0" lvl="1" indent="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None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5560386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350996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4715828" y="423863"/>
            <a:ext cx="4050030" cy="4295775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514350" marR="0" lvl="1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tabLst>
                <a:tab pos="603647" algn="l"/>
              </a:tabLst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857250" marR="0" lvl="2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200150" marR="0" lvl="3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1543050" marR="0" lvl="4" indent="-171450" algn="l" defTabSz="3429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56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94427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2412" y="467694"/>
            <a:ext cx="8139178" cy="674375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342900" rtl="0" eaLnBrk="1" fontAlgn="auto" latinLnBrk="0" hangingPunct="1">
              <a:lnSpc>
                <a:spcPct val="100000"/>
              </a:lnSpc>
              <a:buNone/>
              <a:defRPr kumimoji="0" lang="zh-CN" altLang="en-US" sz="2400" b="0" i="0" u="none" strike="noStrike" kern="1200" cap="none" spc="225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9482667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173618" y="4947088"/>
            <a:ext cx="549355" cy="121187"/>
          </a:xfrm>
        </p:spPr>
        <p:txBody>
          <a:bodyPr wrap="square">
            <a:noAutofit/>
          </a:bodyPr>
          <a:lstStyle>
            <a:lvl1pPr algn="ct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7440782" y="4932661"/>
            <a:ext cx="1900646" cy="1500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7145" tIns="17145" rIns="17145" bIns="17145" numCol="1" spcCol="38100" rtlCol="0" anchor="t">
            <a:spAutoFit/>
          </a:bodyPr>
          <a:lstStyle/>
          <a:p>
            <a: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7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2452524" y="686268"/>
            <a:ext cx="642384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4502816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72386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7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62549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1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1506547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5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628886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550868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1954009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9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13344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3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305123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7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5971409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1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928192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53363389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9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defRPr/>
            </a:pPr>
            <a:endParaRPr lang="en-US" sz="1875" b="1" dirty="0">
              <a:solidFill>
                <a:srgbClr val="FFFFFF"/>
              </a:solidFill>
              <a:latin typeface="Georgia" panose="02040502050405090303" pitchFamily="18" charset="0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63" dirty="0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algn="r" defTabSz="458153" fontAlgn="auto">
              <a:spcBef>
                <a:spcPts val="0"/>
              </a:spcBef>
              <a:spcAft>
                <a:spcPts val="0"/>
              </a:spcAft>
              <a:defRPr/>
            </a:pPr>
            <a:fld id="{3B4986C7-598D-468A-9836-AA279942FAC6}" type="slidenum">
              <a:rPr lang="en-US" sz="675">
                <a:solidFill>
                  <a:srgbClr val="000000"/>
                </a:solidFill>
                <a:latin typeface="Arial" panose="020B0704020202020204"/>
                <a:cs typeface="Arial" panose="020B0704020202020204" pitchFamily="34" charset="0"/>
              </a:rPr>
              <a:pPr algn="r" defTabSz="45815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 dirty="0">
              <a:solidFill>
                <a:srgbClr val="000000"/>
              </a:solidFill>
              <a:latin typeface="Arial" panose="020B0704020202020204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fontAlgn="auto">
              <a:defRPr/>
            </a:pPr>
            <a:r>
              <a:rPr sz="600">
                <a:solidFill>
                  <a:srgbClr val="000000"/>
                </a:solidFill>
                <a:latin typeface="Arial" panose="020B0704020202020204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6360379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23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13326941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7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7879753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3452796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1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r>
              <a:rPr lang="en-GB" altLang="zh-CN" sz="675">
                <a:solidFill>
                  <a:srgbClr val="062032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A1D3C581-4FAD-409F-8527-C45D3E38062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3382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446EAF66-EE5E-45C2-911A-2963FC755EA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30291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7469461B-6A07-44ED-ABDD-48EC24658BD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69642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5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535862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r>
              <a:rPr lang="en-GB"/>
              <a:t>Company Name</a:t>
            </a:r>
            <a:endParaRPr lang="en-US"/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FA3B7344-2D7B-4526-BDE5-669218FBB43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58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850741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3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7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bg2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854109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2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3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2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3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8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9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0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1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7" name="MoonLegend1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30" name="Oval 16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Arc 167" hidden="1"/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2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8" name="Oval 164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Arc 16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3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6" name="Oval 162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4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4" name="Oval 1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1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1" name="MoonLegend5"/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1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3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4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2" name="Object 8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7" r:id="rId30" imgW="360" imgH="360" progId="TCLayout.ActiveDocument.1">
                  <p:embed/>
                </p:oleObj>
              </mc:Choice>
              <mc:Fallback>
                <p:oleObj r:id="rId30" imgW="360" imgH="360" progId="TCLayout.ActiveDocument.1">
                  <p:embed/>
                  <p:pic>
                    <p:nvPicPr>
                      <p:cNvPr id="142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" name="Rectangle 7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44" name="Slide Number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5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83118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4" name="3. Subtitle"/>
          <p:cNvSpPr>
            <a:spLocks noGrp="1"/>
          </p:cNvSpPr>
          <p:nvPr>
            <p:ph type="subTitle" idx="1"/>
          </p:nvPr>
        </p:nvSpPr>
        <p:spPr>
          <a:xfrm>
            <a:off x="416052" y="989225"/>
            <a:ext cx="8311896" cy="207749"/>
          </a:xfr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10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09315420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4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1279922"/>
            <a:ext cx="2859786" cy="52120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9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03430357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39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>
          <a:xfrm>
            <a:off x="416052" y="2283210"/>
            <a:ext cx="3799332" cy="57708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34956042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9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0" name="5. Source" hidden="1"/>
          <p:cNvSpPr txBox="1"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74768048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15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2559844" y="0"/>
            <a:ext cx="6584156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2787253" y="4839891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2787253" y="887016"/>
            <a:ext cx="593883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1600201"/>
            <a:ext cx="1885950" cy="1035158"/>
          </a:xfrm>
        </p:spPr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3"/>
            <a:ext cx="1885950" cy="41549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1398514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39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3273028" y="0"/>
            <a:ext cx="5870972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3504010" y="4839891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3504010" y="887016"/>
            <a:ext cx="5225653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058277"/>
            <a:ext cx="2599182" cy="5770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2744734"/>
            <a:ext cx="2599181" cy="207749"/>
          </a:xfrm>
        </p:spPr>
        <p:txBody>
          <a:bodyPr>
            <a:spAutoFit/>
          </a:bodyPr>
          <a:lstStyle>
            <a:lvl1pPr marL="0" indent="0" algn="l">
              <a:buNone/>
              <a:defRPr sz="1350" b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03311523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3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4569619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4245357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87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8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1" y="0"/>
            <a:ext cx="4574381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9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10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1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4930379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8" y="4839891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/>
          <p:cNvCxnSpPr/>
          <p:nvPr userDrawn="1">
            <p:custDataLst>
              <p:tags r:id="rId9"/>
            </p:custDataLst>
          </p:nvPr>
        </p:nvCxnSpPr>
        <p:spPr>
          <a:xfrm>
            <a:off x="4930379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5"/>
          <p:cNvCxnSpPr/>
          <p:nvPr userDrawn="1">
            <p:custDataLst>
              <p:tags r:id="rId11"/>
            </p:custDataLst>
          </p:nvPr>
        </p:nvCxnSpPr>
        <p:spPr>
          <a:xfrm>
            <a:off x="415528" y="887016"/>
            <a:ext cx="379928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7" name="TextBox 3"/>
          <p:cNvSpPr txBox="1">
            <a:spLocks noChangeArrowheads="1"/>
          </p:cNvSpPr>
          <p:nvPr userDrawn="1"/>
        </p:nvSpPr>
        <p:spPr bwMode="auto">
          <a:xfrm>
            <a:off x="251222" y="1127522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929878" y="266319"/>
            <a:ext cx="3799332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929878" y="965577"/>
            <a:ext cx="3799332" cy="2285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5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92857368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1" r:id="rId14" imgW="360" imgH="360" progId="TCLayout.ActiveDocument.1">
                  <p:embed/>
                </p:oleObj>
              </mc:Choice>
              <mc:Fallback>
                <p:oleObj r:id="rId14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5872162" y="0"/>
            <a:ext cx="3271838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/>
            <a:endParaRPr lang="en-US" sz="563" noProof="1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1"/>
                </a:solidFill>
                <a:ea typeface="宋体" panose="02010600030101010101" pitchFamily="2" charset="-122"/>
              </a:rPr>
              <a:t>*</a:t>
            </a:r>
          </a:p>
        </p:txBody>
      </p:sp>
      <p:cxnSp>
        <p:nvCxnSpPr>
          <p:cNvPr id="10" name="BottomLineRight"/>
          <p:cNvCxnSpPr/>
          <p:nvPr userDrawn="1">
            <p:custDataLst>
              <p:tags r:id="rId7"/>
            </p:custDataLst>
          </p:nvPr>
        </p:nvCxnSpPr>
        <p:spPr>
          <a:xfrm>
            <a:off x="6130529" y="4839891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 userDrawn="1">
            <p:custDataLst>
              <p:tags r:id="rId8"/>
            </p:custDataLst>
          </p:nvPr>
        </p:nvCxnSpPr>
        <p:spPr>
          <a:xfrm>
            <a:off x="415529" y="4839891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130529" y="887016"/>
            <a:ext cx="259913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/>
          <p:cNvCxnSpPr/>
          <p:nvPr userDrawn="1">
            <p:custDataLst>
              <p:tags r:id="rId11"/>
            </p:custDataLst>
          </p:nvPr>
        </p:nvCxnSpPr>
        <p:spPr>
          <a:xfrm>
            <a:off x="415529" y="887016"/>
            <a:ext cx="52268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5. Source" hidden="1"/>
          <p:cNvSpPr txBox="1"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415529" y="4876800"/>
            <a:ext cx="522684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6319"/>
            <a:ext cx="5225796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225796" cy="2077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01877816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5" r:id="rId13" imgW="360" imgH="360" progId="TCLayout.ActiveDocument.1">
                  <p:embed/>
                </p:oleObj>
              </mc:Choice>
              <mc:Fallback>
                <p:oleObj r:id="rId13" imgW="360" imgH="360" progId="TCLayout.ActiveDocument.1">
                  <p:embed/>
                  <p:pic>
                    <p:nvPicPr>
                      <p:cNvPr id="5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defRPr/>
            </a:pPr>
            <a:endParaRPr lang="en-US" sz="1875" b="1" dirty="0">
              <a:solidFill>
                <a:srgbClr val="FFFFFF"/>
              </a:solidFill>
              <a:latin typeface="Georgia" panose="02040502050405090303" pitchFamily="18" charset="0"/>
              <a:sym typeface="Georgia" panose="02040502050405090303" pitchFamily="18" charset="0"/>
            </a:endParaRPr>
          </a:p>
        </p:txBody>
      </p:sp>
      <p:sp>
        <p:nvSpPr>
          <p:cNvPr id="7" name="RectangleLight"/>
          <p:cNvSpPr/>
          <p:nvPr userDrawn="1">
            <p:custDataLst>
              <p:tags r:id="rId4"/>
            </p:custDataLst>
          </p:nvPr>
        </p:nvSpPr>
        <p:spPr bwMode="ltGray">
          <a:xfrm>
            <a:off x="6586537" y="0"/>
            <a:ext cx="2557463" cy="51435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563" dirty="0">
              <a:solidFill>
                <a:srgbClr val="F0F0F0"/>
              </a:solidFill>
            </a:endParaRPr>
          </a:p>
        </p:txBody>
      </p:sp>
      <p:sp>
        <p:nvSpPr>
          <p:cNvPr id="8" name="SlideLogoText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sp>
        <p:nvSpPr>
          <p:cNvPr id="9" name="Slide Number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8484394" y="4874129"/>
            <a:ext cx="244079" cy="103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 anchor="b">
            <a:spAutoFit/>
          </a:bodyPr>
          <a:lstStyle/>
          <a:p>
            <a:pPr algn="r" defTabSz="458153" fontAlgn="auto">
              <a:spcBef>
                <a:spcPts val="0"/>
              </a:spcBef>
              <a:spcAft>
                <a:spcPts val="0"/>
              </a:spcAft>
              <a:defRPr/>
            </a:pPr>
            <a:fld id="{FC516345-2EEB-46E6-87A6-1A0333EB39D3}" type="slidenum">
              <a:rPr lang="en-US" sz="675">
                <a:solidFill>
                  <a:srgbClr val="000000"/>
                </a:solidFill>
                <a:latin typeface="Arial" panose="020B0704020202020204"/>
                <a:cs typeface="Arial" panose="020B0704020202020204" pitchFamily="34" charset="0"/>
              </a:rPr>
              <a:pPr algn="r" defTabSz="458153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 dirty="0">
              <a:solidFill>
                <a:srgbClr val="000000"/>
              </a:solidFill>
              <a:latin typeface="Arial" panose="020B0704020202020204"/>
              <a:cs typeface="Arial" panose="020B0704020202020204" pitchFamily="34" charset="0"/>
            </a:endParaRPr>
          </a:p>
        </p:txBody>
      </p:sp>
      <p:cxnSp>
        <p:nvCxnSpPr>
          <p:cNvPr id="10" name="BottomLineRight"/>
          <p:cNvCxnSpPr/>
          <p:nvPr>
            <p:custDataLst>
              <p:tags r:id="rId7"/>
            </p:custDataLst>
          </p:nvPr>
        </p:nvCxnSpPr>
        <p:spPr>
          <a:xfrm>
            <a:off x="6840141" y="4839891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/>
          <p:cNvCxnSpPr/>
          <p:nvPr>
            <p:custDataLst>
              <p:tags r:id="rId8"/>
            </p:custDataLst>
          </p:nvPr>
        </p:nvCxnSpPr>
        <p:spPr>
          <a:xfrm>
            <a:off x="415529" y="4839891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TopLineRight"/>
          <p:cNvCxnSpPr/>
          <p:nvPr userDrawn="1">
            <p:custDataLst>
              <p:tags r:id="rId9"/>
            </p:custDataLst>
          </p:nvPr>
        </p:nvCxnSpPr>
        <p:spPr>
          <a:xfrm>
            <a:off x="6840141" y="887016"/>
            <a:ext cx="188595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Left"/>
          <p:cNvCxnSpPr/>
          <p:nvPr userDrawn="1">
            <p:custDataLst>
              <p:tags r:id="rId10"/>
            </p:custDataLst>
          </p:nvPr>
        </p:nvCxnSpPr>
        <p:spPr>
          <a:xfrm>
            <a:off x="415529" y="887016"/>
            <a:ext cx="59400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5. Source" hidden="1"/>
          <p:cNvSpPr txBox="1"/>
          <p:nvPr userDrawn="1">
            <p:custDataLst>
              <p:tags r:id="rId11"/>
            </p:custDataLst>
          </p:nvPr>
        </p:nvSpPr>
        <p:spPr>
          <a:xfrm>
            <a:off x="415529" y="4876800"/>
            <a:ext cx="5459015" cy="923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7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7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—"/>
              <a:defRPr sz="1600">
                <a:cs typeface="Arial" panose="020B07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»"/>
              <a:defRPr sz="1600">
                <a:cs typeface="Arial" panose="020B07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›"/>
              <a:defRPr sz="1600">
                <a:cs typeface="Arial" panose="020B07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704020202020204" pitchFamily="34" charset="0"/>
              <a:buChar char="▫"/>
              <a:defRPr sz="1600">
                <a:cs typeface="Arial" panose="020B0704020202020204" pitchFamily="34" charset="0"/>
              </a:defRPr>
            </a:lvl9pPr>
          </a:lstStyle>
          <a:p>
            <a:pPr fontAlgn="auto">
              <a:defRPr/>
            </a:pPr>
            <a:r>
              <a:rPr sz="600">
                <a:solidFill>
                  <a:srgbClr val="000000"/>
                </a:solidFill>
                <a:latin typeface="Arial" panose="020B0704020202020204"/>
              </a:rPr>
              <a:t>Source: …</a:t>
            </a:r>
          </a:p>
        </p:txBody>
      </p:sp>
      <p:sp>
        <p:nvSpPr>
          <p:cNvPr id="19" name="2. Slide Title"/>
          <p:cNvSpPr>
            <a:spLocks noGrp="1"/>
          </p:cNvSpPr>
          <p:nvPr>
            <p:ph type="title"/>
          </p:nvPr>
        </p:nvSpPr>
        <p:spPr>
          <a:xfrm>
            <a:off x="416052" y="265622"/>
            <a:ext cx="5939028" cy="548640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20" name="3. Subtitle"/>
          <p:cNvSpPr>
            <a:spLocks noGrp="1"/>
          </p:cNvSpPr>
          <p:nvPr>
            <p:ph type="subTitle" idx="1"/>
          </p:nvPr>
        </p:nvSpPr>
        <p:spPr>
          <a:xfrm>
            <a:off x="416052" y="968344"/>
            <a:ext cx="5939028" cy="2228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350" b="0">
                <a:solidFill>
                  <a:schemeClr val="bg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edit Master subtitle style</a:t>
            </a:r>
          </a:p>
        </p:txBody>
      </p:sp>
      <p:sp>
        <p:nvSpPr>
          <p:cNvPr id="4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66420099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9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3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5. Source" hidden="1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2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3822668" y="2179868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124774113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er blu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5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6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8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9" name="Object 2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3" r:id="rId29" imgW="7761960" imgH="10047960" progId="TCLayout.ActiveDocument.1">
                  <p:embed/>
                </p:oleObj>
              </mc:Choice>
              <mc:Fallback>
                <p:oleObj r:id="rId29" imgW="7761960" imgH="10047960" progId="TCLayout.ActiveDocument.1">
                  <p:embed/>
                  <p:pic>
                    <p:nvPicPr>
                      <p:cNvPr id="139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Slide Number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141" name="5. Source" hidden="1"/>
          <p:cNvSpPr txBox="1"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415529" y="4876800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225"/>
              </a:spcBef>
              <a:spcAft>
                <a:spcPts val="225"/>
              </a:spcAft>
              <a:buFont typeface="Segoe UI" panose="020B0502040204020203" pitchFamily="34" charset="0"/>
              <a:buChar char="​"/>
            </a:pPr>
            <a:r>
              <a:rPr lang="en-US" altLang="zh-CN" sz="600">
                <a:ea typeface="宋体" panose="02010600030101010101" pitchFamily="2" charset="-122"/>
              </a:rPr>
              <a:t>Source: …</a:t>
            </a:r>
          </a:p>
        </p:txBody>
      </p:sp>
      <p:sp>
        <p:nvSpPr>
          <p:cNvPr id="142" name="TextBox 3"/>
          <p:cNvSpPr txBox="1">
            <a:spLocks noChangeArrowheads="1"/>
          </p:cNvSpPr>
          <p:nvPr userDrawn="1"/>
        </p:nvSpPr>
        <p:spPr bwMode="auto">
          <a:xfrm>
            <a:off x="1382316" y="-600075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/>
          <a:p>
            <a:pPr>
              <a:spcBef>
                <a:spcPts val="225"/>
              </a:spcBef>
              <a:spcAft>
                <a:spcPts val="225"/>
              </a:spcAft>
            </a:pP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7" name="2. Slide Title"/>
          <p:cNvSpPr>
            <a:spLocks noGrp="1"/>
          </p:cNvSpPr>
          <p:nvPr>
            <p:ph type="title"/>
          </p:nvPr>
        </p:nvSpPr>
        <p:spPr>
          <a:xfrm>
            <a:off x="416052" y="3435351"/>
            <a:ext cx="8311896" cy="5078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3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4844299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3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41" name="Slide Number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484394" y="4874129"/>
            <a:ext cx="244079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6111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defTabSz="6111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426839" y="1050025"/>
            <a:ext cx="8304014" cy="362207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5696110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7" r:id="rId4" imgW="7761960" imgH="10047960" progId="TCLayout.ActiveDocument.1">
                  <p:embed/>
                </p:oleObj>
              </mc:Choice>
              <mc:Fallback>
                <p:oleObj r:id="rId4" imgW="7761960" imgH="100479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Google Shape;13;p38"/>
          <p:cNvSpPr txBox="1">
            <a:spLocks noChangeArrowheads="1"/>
          </p:cNvSpPr>
          <p:nvPr userDrawn="1"/>
        </p:nvSpPr>
        <p:spPr bwMode="auto">
          <a:xfrm>
            <a:off x="8373667" y="4819650"/>
            <a:ext cx="402431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buFont typeface="Arial" panose="020B0604020202020204" pitchFamily="34" charset="0"/>
              <a:buNone/>
            </a:pPr>
            <a:r>
              <a:rPr lang="en-GB" altLang="zh-CN" sz="675">
                <a:solidFill>
                  <a:srgbClr val="062032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5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7EFCEF66-092A-44A2-A80F-87D76B6BE07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71000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7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8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1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2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0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51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7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8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9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00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4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5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8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0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1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4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6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9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7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5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9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3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20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1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31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2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3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4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5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7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8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9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40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352379" y="1246117"/>
            <a:ext cx="2253449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3743686" y="1246117"/>
            <a:ext cx="4987167" cy="333489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342900" lvl="0" indent="-24765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1pPr>
            <a:lvl2pPr marL="685800" lvl="1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2pPr>
            <a:lvl3pPr marL="1028700" lvl="2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3pPr>
            <a:lvl4pPr marL="1371600" lvl="3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4pPr>
            <a:lvl5pPr marL="1714500" lvl="4" indent="-247650" algn="l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200" b="0">
                <a:solidFill>
                  <a:srgbClr val="171616"/>
                </a:solidFill>
              </a:defRPr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noProof="1"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41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5C20321E-C0B7-41EA-B1EC-EFE64E0AC03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54941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9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50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5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6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7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3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7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8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9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4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7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5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3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1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8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9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9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3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1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2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3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6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8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5722620" y="75406"/>
            <a:ext cx="3005328" cy="92333"/>
          </a:xfrm>
        </p:spPr>
        <p:txBody>
          <a:bodyPr anchor="ctr">
            <a:spAutoFit/>
          </a:bodyPr>
          <a:lstStyle>
            <a:lvl1pPr algn="r">
              <a:defRPr sz="600">
                <a:latin typeface="+mn-lt"/>
              </a:defRPr>
            </a:lvl1pPr>
          </a:lstStyle>
          <a:p>
            <a:pPr lvl="0"/>
            <a:r>
              <a:rPr lang="en-US" noProof="1"/>
              <a:t>Section marker</a:t>
            </a:r>
          </a:p>
        </p:txBody>
      </p:sp>
      <p:sp>
        <p:nvSpPr>
          <p:cNvPr id="139" name="Google Shape;13;p38"/>
          <p:cNvSpPr txBox="1">
            <a:spLocks noGrp="1"/>
          </p:cNvSpPr>
          <p:nvPr>
            <p:ph type="sldNum" idx="18"/>
          </p:nvPr>
        </p:nvSpPr>
        <p:spPr>
          <a:xfrm>
            <a:off x="8373667" y="4819650"/>
            <a:ext cx="402431" cy="273844"/>
          </a:xfrm>
          <a:prstGeom prst="rect">
            <a:avLst/>
          </a:prstGeom>
        </p:spPr>
        <p:txBody>
          <a:bodyPr wrap="square" lIns="91425" tIns="45700" rIns="91425" bIns="45700" anchor="ctr" anchorCtr="0">
            <a:noAutofit/>
          </a:bodyPr>
          <a:lstStyle>
            <a:lvl1pPr marL="0" marR="0" lvl="0" indent="0" algn="r" rtl="0" fontAlgn="auto">
              <a:spcBef>
                <a:spcPts val="0"/>
              </a:spcBef>
              <a:spcAft>
                <a:spcPts val="0"/>
              </a:spcAft>
              <a:buNone/>
              <a:defRPr sz="675" b="0" i="0" u="none" strike="noStrike" cap="none" noProof="1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062032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fld id="{9068F8E0-EF7E-48F4-B7C9-055AEED5106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37899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rontpage dark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1" r:id="rId5" imgW="360" imgH="360" progId="TCLayout.ActiveDocument.1">
                  <p:embed/>
                </p:oleObj>
              </mc:Choice>
              <mc:Fallback>
                <p:oleObj r:id="rId5" imgW="360" imgH="360" progId="TCLayout.ActiveDocument.1">
                  <p:embed/>
                  <p:pic>
                    <p:nvPicPr>
                      <p:cNvPr id="6" name="Object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>
              <a:spcBef>
                <a:spcPts val="225"/>
              </a:spcBef>
              <a:spcAft>
                <a:spcPts val="225"/>
              </a:spcAft>
            </a:pPr>
            <a:endParaRPr lang="en-US" sz="3300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3" name="ClientLogo"/>
          <p:cNvSpPr>
            <a:spLocks noGrp="1"/>
          </p:cNvSpPr>
          <p:nvPr>
            <p:ph type="pic" sz="quarter" idx="14" hasCustomPrompt="1"/>
          </p:nvPr>
        </p:nvSpPr>
        <p:spPr>
          <a:xfrm>
            <a:off x="413956" y="244936"/>
            <a:ext cx="1498664" cy="7837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logo goes here.</a:t>
            </a:r>
          </a:p>
        </p:txBody>
      </p:sp>
      <p:sp>
        <p:nvSpPr>
          <p:cNvPr id="15" name="Documenttype"/>
          <p:cNvSpPr>
            <a:spLocks noGrp="1"/>
          </p:cNvSpPr>
          <p:nvPr>
            <p:ph type="body" sz="quarter" idx="13" hasCustomPrompt="1"/>
          </p:nvPr>
        </p:nvSpPr>
        <p:spPr>
          <a:xfrm>
            <a:off x="416052" y="3382626"/>
            <a:ext cx="4691444" cy="1615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buNone/>
              <a:defRPr sz="1050">
                <a:solidFill>
                  <a:schemeClr val="tx1"/>
                </a:solidFill>
              </a:defRPr>
            </a:lvl1pPr>
            <a:lvl2pPr marL="87154" indent="0">
              <a:buNone/>
              <a:defRPr>
                <a:solidFill>
                  <a:schemeClr val="bg1"/>
                </a:solidFill>
              </a:defRPr>
            </a:lvl2pPr>
            <a:lvl3pPr marL="349568" indent="0">
              <a:buNone/>
              <a:defRPr>
                <a:solidFill>
                  <a:schemeClr val="bg1"/>
                </a:solidFill>
              </a:defRPr>
            </a:lvl3pPr>
            <a:lvl4pPr marL="610553" indent="0">
              <a:buNone/>
              <a:defRPr>
                <a:solidFill>
                  <a:schemeClr val="bg1"/>
                </a:solidFill>
              </a:defRPr>
            </a:lvl4pPr>
            <a:lvl5pPr marL="871061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1"/>
              <a:t>Click to change date</a:t>
            </a:r>
          </a:p>
        </p:txBody>
      </p:sp>
      <p:sp>
        <p:nvSpPr>
          <p:cNvPr id="1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13956" y="3069420"/>
            <a:ext cx="4691444" cy="23083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1"/>
              <a:t>Click to change Master subtitle style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 hasCustomPrompt="1"/>
          </p:nvPr>
        </p:nvSpPr>
        <p:spPr>
          <a:xfrm>
            <a:off x="413956" y="1889760"/>
            <a:ext cx="4691444" cy="10888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33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531059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6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7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10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1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Click to edit Master title style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noProof="1"/>
          </a:p>
        </p:txBody>
      </p:sp>
      <p:sp>
        <p:nvSpPr>
          <p:cNvPr id="13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5823348" y="4819650"/>
            <a:ext cx="25503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dirty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r>
              <a:rPr lang="en-GB"/>
              <a:t>Company Name</a:t>
            </a:r>
            <a:endParaRPr lang="en-US"/>
          </a:p>
        </p:txBody>
      </p:sp>
      <p:sp>
        <p:nvSpPr>
          <p:cNvPr id="13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498681" y="4819650"/>
            <a:ext cx="27741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defRPr sz="675" noProof="1" smtClean="0">
                <a:solidFill>
                  <a:srgbClr val="062032"/>
                </a:solidFill>
                <a:latin typeface="Arial" panose="020B0704020202020204" pitchFamily="34" charset="0"/>
                <a:cs typeface="Arial" panose="020B0704020202020204" pitchFamily="34" charset="0"/>
              </a:defRPr>
            </a:lvl1pPr>
          </a:lstStyle>
          <a:p>
            <a:fld id="{3BC81DCA-D33A-4543-9EC4-1B4F95FBC3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1953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 hidden="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" y="1192"/>
            <a:ext cx="1190" cy="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5" name="SlideLogoText"/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6" name="BottomLine"/>
          <p:cNvCxnSpPr/>
          <p:nvPr userDrawn="1">
            <p:custDataLst>
              <p:tags r:id="rId4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TopLine"/>
          <p:cNvCxnSpPr/>
          <p:nvPr userDrawn="1">
            <p:custDataLst>
              <p:tags r:id="rId5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4. Footnote" hidden="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grpSp>
        <p:nvGrpSpPr>
          <p:cNvPr id="9" name="Grid" hidden="1"/>
          <p:cNvGrpSpPr>
            <a:grpSpLocks/>
          </p:cNvGrpSpPr>
          <p:nvPr userDrawn="1">
            <p:custDataLst>
              <p:tags r:id="rId7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1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7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29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0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1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3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4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5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6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7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0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1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2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3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4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5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6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7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48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49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sp>
          <p:nvSpPr>
            <p:cNvPr id="94" name="Straight Connector 145"/>
            <p:cNvSpPr>
              <a:spLocks noChangeShapeType="1"/>
            </p:cNvSpPr>
            <p:nvPr userDrawn="1"/>
          </p:nv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  <p:sp>
          <p:nvSpPr>
            <p:cNvPr id="95" name="Straight Connector 146"/>
            <p:cNvSpPr>
              <a:spLocks noChangeShapeType="1"/>
            </p:cNvSpPr>
            <p:nvPr userDrawn="1"/>
          </p:nv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96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97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8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99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0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1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02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3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4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5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6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07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08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09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0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1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" name="MoonLegend1"/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26" name="Oval 16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Arc 167" hidden="1"/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" name="MoonLegend2"/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24" name="Oval 1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Arc 16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5" name="MoonLegend3"/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22" name="Oval 1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Arc 1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6" name="MoonLegend4"/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20" name="Oval 1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Arc 1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7" name="MoonLegend5"/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18" name="Oval 15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Arc 1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28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29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sp>
          <p:nvSpPr>
            <p:cNvPr id="130" name="StickerUnderline"/>
            <p:cNvSpPr>
              <a:spLocks noChangeShapeType="1"/>
            </p:cNvSpPr>
            <p:nvPr/>
          </p:nv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563"/>
            </a:p>
          </p:txBody>
        </p:sp>
      </p:grpSp>
      <p:grpSp>
        <p:nvGrpSpPr>
          <p:cNvPr id="131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32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3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4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35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6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37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  <p:sp>
        <p:nvSpPr>
          <p:cNvPr id="138" name="Google Shape;27;p41"/>
          <p:cNvSpPr txBox="1">
            <a:spLocks noChangeArrowheads="1"/>
          </p:cNvSpPr>
          <p:nvPr/>
        </p:nvSpPr>
        <p:spPr bwMode="auto">
          <a:xfrm>
            <a:off x="5823348" y="4819650"/>
            <a:ext cx="2550319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Company Name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Google Shape;28;p41"/>
          <p:cNvSpPr txBox="1">
            <a:spLocks noChangeArrowheads="1"/>
          </p:cNvSpPr>
          <p:nvPr/>
        </p:nvSpPr>
        <p:spPr bwMode="auto">
          <a:xfrm>
            <a:off x="8498681" y="4819650"/>
            <a:ext cx="27741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GB" altLang="zh-CN" sz="675">
                <a:solidFill>
                  <a:srgbClr val="171616"/>
                </a:solidFill>
                <a:ea typeface="宋体" panose="02010600030101010101" pitchFamily="2" charset="-122"/>
                <a:cs typeface="Arial" panose="020B0604020202020204" pitchFamily="34" charset="0"/>
                <a:sym typeface="Arial" panose="020B0604020202020204" pitchFamily="34" charset="0"/>
              </a:rPr>
              <a:t>*</a:t>
            </a:r>
            <a:endParaRPr lang="en-US" altLang="zh-CN" sz="675">
              <a:solidFill>
                <a:srgbClr val="171616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350855" y="273845"/>
            <a:ext cx="8379998" cy="608409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986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ags" Target="../tags/tag4.xml"/><Relationship Id="rId39" Type="http://schemas.openxmlformats.org/officeDocument/2006/relationships/tags" Target="../tags/tag17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34" Type="http://schemas.openxmlformats.org/officeDocument/2006/relationships/tags" Target="../tags/tag12.xml"/><Relationship Id="rId42" Type="http://schemas.openxmlformats.org/officeDocument/2006/relationships/tags" Target="../tags/tag20.xml"/><Relationship Id="rId47" Type="http://schemas.openxmlformats.org/officeDocument/2006/relationships/image" Target="../media/image8.emf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3.xml"/><Relationship Id="rId33" Type="http://schemas.openxmlformats.org/officeDocument/2006/relationships/tags" Target="../tags/tag11.xml"/><Relationship Id="rId38" Type="http://schemas.openxmlformats.org/officeDocument/2006/relationships/tags" Target="../tags/tag16.xml"/><Relationship Id="rId46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tags" Target="../tags/tag7.xml"/><Relationship Id="rId41" Type="http://schemas.openxmlformats.org/officeDocument/2006/relationships/tags" Target="../tags/tag19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2.xml"/><Relationship Id="rId32" Type="http://schemas.openxmlformats.org/officeDocument/2006/relationships/tags" Target="../tags/tag10.xml"/><Relationship Id="rId37" Type="http://schemas.openxmlformats.org/officeDocument/2006/relationships/tags" Target="../tags/tag15.xml"/><Relationship Id="rId40" Type="http://schemas.openxmlformats.org/officeDocument/2006/relationships/tags" Target="../tags/tag18.xml"/><Relationship Id="rId45" Type="http://schemas.openxmlformats.org/officeDocument/2006/relationships/tags" Target="../tags/tag2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1.xml"/><Relationship Id="rId28" Type="http://schemas.openxmlformats.org/officeDocument/2006/relationships/tags" Target="../tags/tag6.xml"/><Relationship Id="rId36" Type="http://schemas.openxmlformats.org/officeDocument/2006/relationships/tags" Target="../tags/tag1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ags" Target="../tags/tag9.xml"/><Relationship Id="rId44" Type="http://schemas.openxmlformats.org/officeDocument/2006/relationships/tags" Target="../tags/tag2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vmlDrawing" Target="../drawings/vmlDrawing1.vml"/><Relationship Id="rId27" Type="http://schemas.openxmlformats.org/officeDocument/2006/relationships/tags" Target="../tags/tag5.xml"/><Relationship Id="rId30" Type="http://schemas.openxmlformats.org/officeDocument/2006/relationships/tags" Target="../tags/tag8.xml"/><Relationship Id="rId35" Type="http://schemas.openxmlformats.org/officeDocument/2006/relationships/tags" Target="../tags/tag13.xml"/><Relationship Id="rId43" Type="http://schemas.openxmlformats.org/officeDocument/2006/relationships/tags" Target="../tags/tag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80.xml"/><Relationship Id="rId26" Type="http://schemas.openxmlformats.org/officeDocument/2006/relationships/tags" Target="../tags/tag332.xml"/><Relationship Id="rId39" Type="http://schemas.openxmlformats.org/officeDocument/2006/relationships/tags" Target="../tags/tag345.xml"/><Relationship Id="rId3" Type="http://schemas.openxmlformats.org/officeDocument/2006/relationships/slideLayout" Target="../slideLayouts/slideLayout65.xml"/><Relationship Id="rId21" Type="http://schemas.openxmlformats.org/officeDocument/2006/relationships/theme" Target="../theme/theme6.xml"/><Relationship Id="rId34" Type="http://schemas.openxmlformats.org/officeDocument/2006/relationships/tags" Target="../tags/tag340.xml"/><Relationship Id="rId42" Type="http://schemas.openxmlformats.org/officeDocument/2006/relationships/tags" Target="../tags/tag348.xml"/><Relationship Id="rId47" Type="http://schemas.openxmlformats.org/officeDocument/2006/relationships/image" Target="../media/image8.emf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9.xml"/><Relationship Id="rId25" Type="http://schemas.openxmlformats.org/officeDocument/2006/relationships/tags" Target="../tags/tag331.xml"/><Relationship Id="rId33" Type="http://schemas.openxmlformats.org/officeDocument/2006/relationships/tags" Target="../tags/tag339.xml"/><Relationship Id="rId38" Type="http://schemas.openxmlformats.org/officeDocument/2006/relationships/tags" Target="../tags/tag344.xml"/><Relationship Id="rId46" Type="http://schemas.openxmlformats.org/officeDocument/2006/relationships/oleObject" Target="../embeddings/oleObject1.bin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82.xml"/><Relationship Id="rId29" Type="http://schemas.openxmlformats.org/officeDocument/2006/relationships/tags" Target="../tags/tag335.xml"/><Relationship Id="rId41" Type="http://schemas.openxmlformats.org/officeDocument/2006/relationships/tags" Target="../tags/tag347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24" Type="http://schemas.openxmlformats.org/officeDocument/2006/relationships/tags" Target="../tags/tag330.xml"/><Relationship Id="rId32" Type="http://schemas.openxmlformats.org/officeDocument/2006/relationships/tags" Target="../tags/tag338.xml"/><Relationship Id="rId37" Type="http://schemas.openxmlformats.org/officeDocument/2006/relationships/tags" Target="../tags/tag343.xml"/><Relationship Id="rId40" Type="http://schemas.openxmlformats.org/officeDocument/2006/relationships/tags" Target="../tags/tag346.xml"/><Relationship Id="rId45" Type="http://schemas.openxmlformats.org/officeDocument/2006/relationships/tags" Target="../tags/tag351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23" Type="http://schemas.openxmlformats.org/officeDocument/2006/relationships/tags" Target="../tags/tag329.xml"/><Relationship Id="rId28" Type="http://schemas.openxmlformats.org/officeDocument/2006/relationships/tags" Target="../tags/tag334.xml"/><Relationship Id="rId36" Type="http://schemas.openxmlformats.org/officeDocument/2006/relationships/tags" Target="../tags/tag342.xml"/><Relationship Id="rId10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81.xml"/><Relationship Id="rId31" Type="http://schemas.openxmlformats.org/officeDocument/2006/relationships/tags" Target="../tags/tag337.xml"/><Relationship Id="rId44" Type="http://schemas.openxmlformats.org/officeDocument/2006/relationships/tags" Target="../tags/tag350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Relationship Id="rId22" Type="http://schemas.openxmlformats.org/officeDocument/2006/relationships/vmlDrawing" Target="../drawings/vmlDrawing15.vml"/><Relationship Id="rId27" Type="http://schemas.openxmlformats.org/officeDocument/2006/relationships/tags" Target="../tags/tag333.xml"/><Relationship Id="rId30" Type="http://schemas.openxmlformats.org/officeDocument/2006/relationships/tags" Target="../tags/tag336.xml"/><Relationship Id="rId35" Type="http://schemas.openxmlformats.org/officeDocument/2006/relationships/tags" Target="../tags/tag341.xml"/><Relationship Id="rId43" Type="http://schemas.openxmlformats.org/officeDocument/2006/relationships/tags" Target="../tags/tag34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100.xml"/><Relationship Id="rId26" Type="http://schemas.openxmlformats.org/officeDocument/2006/relationships/tags" Target="../tags/tag660.xml"/><Relationship Id="rId39" Type="http://schemas.openxmlformats.org/officeDocument/2006/relationships/tags" Target="../tags/tag673.xml"/><Relationship Id="rId3" Type="http://schemas.openxmlformats.org/officeDocument/2006/relationships/slideLayout" Target="../slideLayouts/slideLayout85.xml"/><Relationship Id="rId21" Type="http://schemas.openxmlformats.org/officeDocument/2006/relationships/theme" Target="../theme/theme7.xml"/><Relationship Id="rId34" Type="http://schemas.openxmlformats.org/officeDocument/2006/relationships/tags" Target="../tags/tag668.xml"/><Relationship Id="rId42" Type="http://schemas.openxmlformats.org/officeDocument/2006/relationships/tags" Target="../tags/tag676.xml"/><Relationship Id="rId47" Type="http://schemas.openxmlformats.org/officeDocument/2006/relationships/image" Target="../media/image8.emf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5" Type="http://schemas.openxmlformats.org/officeDocument/2006/relationships/tags" Target="../tags/tag659.xml"/><Relationship Id="rId33" Type="http://schemas.openxmlformats.org/officeDocument/2006/relationships/tags" Target="../tags/tag667.xml"/><Relationship Id="rId38" Type="http://schemas.openxmlformats.org/officeDocument/2006/relationships/tags" Target="../tags/tag672.xml"/><Relationship Id="rId46" Type="http://schemas.openxmlformats.org/officeDocument/2006/relationships/oleObject" Target="../embeddings/oleObject1.bin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102.xml"/><Relationship Id="rId29" Type="http://schemas.openxmlformats.org/officeDocument/2006/relationships/tags" Target="../tags/tag663.xml"/><Relationship Id="rId41" Type="http://schemas.openxmlformats.org/officeDocument/2006/relationships/tags" Target="../tags/tag675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24" Type="http://schemas.openxmlformats.org/officeDocument/2006/relationships/tags" Target="../tags/tag658.xml"/><Relationship Id="rId32" Type="http://schemas.openxmlformats.org/officeDocument/2006/relationships/tags" Target="../tags/tag666.xml"/><Relationship Id="rId37" Type="http://schemas.openxmlformats.org/officeDocument/2006/relationships/tags" Target="../tags/tag671.xml"/><Relationship Id="rId40" Type="http://schemas.openxmlformats.org/officeDocument/2006/relationships/tags" Target="../tags/tag674.xml"/><Relationship Id="rId45" Type="http://schemas.openxmlformats.org/officeDocument/2006/relationships/tags" Target="../tags/tag679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23" Type="http://schemas.openxmlformats.org/officeDocument/2006/relationships/tags" Target="../tags/tag657.xml"/><Relationship Id="rId28" Type="http://schemas.openxmlformats.org/officeDocument/2006/relationships/tags" Target="../tags/tag662.xml"/><Relationship Id="rId36" Type="http://schemas.openxmlformats.org/officeDocument/2006/relationships/tags" Target="../tags/tag670.xml"/><Relationship Id="rId10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101.xml"/><Relationship Id="rId31" Type="http://schemas.openxmlformats.org/officeDocument/2006/relationships/tags" Target="../tags/tag665.xml"/><Relationship Id="rId44" Type="http://schemas.openxmlformats.org/officeDocument/2006/relationships/tags" Target="../tags/tag678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Relationship Id="rId22" Type="http://schemas.openxmlformats.org/officeDocument/2006/relationships/vmlDrawing" Target="../drawings/vmlDrawing29.vml"/><Relationship Id="rId27" Type="http://schemas.openxmlformats.org/officeDocument/2006/relationships/tags" Target="../tags/tag661.xml"/><Relationship Id="rId30" Type="http://schemas.openxmlformats.org/officeDocument/2006/relationships/tags" Target="../tags/tag664.xml"/><Relationship Id="rId35" Type="http://schemas.openxmlformats.org/officeDocument/2006/relationships/tags" Target="../tags/tag669.xml"/><Relationship Id="rId43" Type="http://schemas.openxmlformats.org/officeDocument/2006/relationships/tags" Target="../tags/tag6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3574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8" r:id="rId6"/>
    <p:sldLayoutId id="2147483689" r:id="rId7"/>
    <p:sldLayoutId id="2147483697" r:id="rId8"/>
    <p:sldLayoutId id="2147483666" r:id="rId9"/>
    <p:sldLayoutId id="2147483695" r:id="rId10"/>
    <p:sldLayoutId id="214748371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75" b="1" i="0" u="none" strike="noStrike" kern="1200" cap="none" spc="0" normalizeH="0" baseline="0" noProof="1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Georgia" panose="02040502050405090303" pitchFamily="18" charset="0"/>
              <a:ea typeface="+mn-ea"/>
              <a:cs typeface="+mn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94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35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marL="0" marR="0" lvl="0" indent="0" algn="l" defTabSz="89535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en-US" sz="675" b="1" i="0" u="none" strike="noStrike" kern="1200" cap="none" spc="38" normalizeH="0" baseline="0" noProof="1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Sticker</a:t>
              </a:r>
              <a:endParaRPr kumimoji="0" lang="en-US" sz="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58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5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ea typeface="微软雅黑"/>
                <a:cs typeface="+mn-c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ea typeface="微软雅黑"/>
              <a:cs typeface="+mn-cs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246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476237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237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502412" y="435919"/>
            <a:ext cx="8139178" cy="486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502444" y="1131094"/>
            <a:ext cx="8139113" cy="356187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014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100" b="1" u="none" strike="noStrike" kern="1200" cap="none" spc="75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1000"/>
        </a:spcBef>
        <a:spcAft>
          <a:spcPts val="375"/>
        </a:spcAft>
        <a:buFont typeface="Arial" panose="020B0604020202020204" pitchFamily="34" charset="0"/>
        <a:buChar char="•"/>
        <a:defRPr sz="1200" u="none" strike="noStrike" kern="1200" cap="none" spc="56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3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08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</p:sldLayoutIdLst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 hidden="1"/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1192" y="1192"/>
          <a:ext cx="119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" r:id="rId46" imgW="360" imgH="360" progId="TCLayout.ActiveDocument.1">
                  <p:embed/>
                </p:oleObj>
              </mc:Choice>
              <mc:Fallback>
                <p:oleObj r:id="rId46" imgW="360" imgH="360" progId="TCLayout.ActiveDocument.1">
                  <p:embed/>
                  <p:pic>
                    <p:nvPicPr>
                      <p:cNvPr id="1026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" y="1192"/>
                        <a:ext cx="1190" cy="1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 fontAlgn="auto"/>
            <a:endParaRPr lang="en-US" sz="1875" b="1" noProof="1">
              <a:solidFill>
                <a:schemeClr val="bg1"/>
              </a:solidFill>
              <a:latin typeface="Georgia" panose="02040502050405090303" pitchFamily="18" charset="0"/>
              <a:ea typeface="+mj-ea"/>
              <a:cs typeface="+mj-cs"/>
              <a:sym typeface="Georgia" panose="02040502050405090303" pitchFamily="18" charset="0"/>
            </a:endParaRPr>
          </a:p>
        </p:txBody>
      </p:sp>
      <p:sp>
        <p:nvSpPr>
          <p:cNvPr id="1028" name="SlideLogoText"/>
          <p:cNvSpPr txBox="1"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7833028" y="4874129"/>
            <a:ext cx="625172" cy="1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zh-CN" sz="675">
                <a:solidFill>
                  <a:schemeClr val="bg2"/>
                </a:solidFill>
                <a:ea typeface="宋体" panose="02010600030101010101" pitchFamily="2" charset="-122"/>
              </a:rPr>
              <a:t>Company Name</a:t>
            </a:r>
          </a:p>
        </p:txBody>
      </p:sp>
      <p:cxnSp>
        <p:nvCxnSpPr>
          <p:cNvPr id="106" name="BottomLine"/>
          <p:cNvCxnSpPr/>
          <p:nvPr userDrawn="1">
            <p:custDataLst>
              <p:tags r:id="rId26"/>
            </p:custDataLst>
          </p:nvPr>
        </p:nvCxnSpPr>
        <p:spPr>
          <a:xfrm>
            <a:off x="415529" y="4839891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/>
          <p:cNvCxnSpPr/>
          <p:nvPr userDrawn="1">
            <p:custDataLst>
              <p:tags r:id="rId27"/>
            </p:custDataLst>
          </p:nvPr>
        </p:nvCxnSpPr>
        <p:spPr>
          <a:xfrm>
            <a:off x="415529" y="887016"/>
            <a:ext cx="831294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4. Footnote" hidden="1"/>
          <p:cNvSpPr txBox="1"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415529" y="4709459"/>
            <a:ext cx="5459015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600">
                <a:ea typeface="宋体" panose="02010600030101010101" pitchFamily="2" charset="-122"/>
              </a:rPr>
              <a:t>Footnotes</a:t>
            </a:r>
          </a:p>
        </p:txBody>
      </p:sp>
      <p:sp>
        <p:nvSpPr>
          <p:cNvPr id="1032" name="2. Slide Title"/>
          <p:cNvSpPr>
            <a:spLocks noGrp="1" noChangeArrowheads="1"/>
          </p:cNvSpPr>
          <p:nvPr>
            <p:ph type="title" idx="4294967295"/>
            <p:custDataLst>
              <p:tags r:id="rId29"/>
            </p:custDataLst>
          </p:nvPr>
        </p:nvSpPr>
        <p:spPr bwMode="auto">
          <a:xfrm>
            <a:off x="415529" y="266700"/>
            <a:ext cx="8312944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15529" y="1628775"/>
            <a:ext cx="8312944" cy="1893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grpSp>
        <p:nvGrpSpPr>
          <p:cNvPr id="1034" name="Grid" hidden="1"/>
          <p:cNvGrpSpPr>
            <a:grpSpLocks/>
          </p:cNvGrpSpPr>
          <p:nvPr userDrawn="1">
            <p:custDataLst>
              <p:tags r:id="rId30"/>
            </p:custDataLst>
          </p:nvPr>
        </p:nvGrpSpPr>
        <p:grpSpPr bwMode="auto">
          <a:xfrm>
            <a:off x="0" y="0"/>
            <a:ext cx="9142810" cy="5143500"/>
            <a:chOff x="0" y="0"/>
            <a:chExt cx="12190476" cy="6858000"/>
          </a:xfrm>
        </p:grpSpPr>
        <p:sp>
          <p:nvSpPr>
            <p:cNvPr id="60" name="slide margin"/>
            <p:cNvSpPr/>
            <p:nvPr/>
          </p:nvSpPr>
          <p:spPr bwMode="invGray">
            <a:xfrm>
              <a:off x="1588" y="0"/>
              <a:ext cx="12188888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563" noProof="1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 bwMode="invGray">
            <a:xfrm>
              <a:off x="85884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 bwMode="invGray">
            <a:xfrm>
              <a:off x="1133322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 bwMode="invGray">
            <a:xfrm>
              <a:off x="181134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 bwMode="invGray">
            <a:xfrm>
              <a:off x="27638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invGray">
            <a:xfrm>
              <a:off x="37163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invGray">
            <a:xfrm>
              <a:off x="466727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invGray">
            <a:xfrm>
              <a:off x="561977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 bwMode="invGray">
            <a:xfrm>
              <a:off x="657228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invGray">
            <a:xfrm>
              <a:off x="752478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invGray">
            <a:xfrm>
              <a:off x="847570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invGray">
            <a:xfrm>
              <a:off x="942821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invGray">
            <a:xfrm>
              <a:off x="1038071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/>
            <p:cNvSpPr/>
            <p:nvPr/>
          </p:nvSpPr>
          <p:spPr bwMode="invGray">
            <a:xfrm>
              <a:off x="1588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4" name="Freeform: Shape 73"/>
            <p:cNvSpPr/>
            <p:nvPr/>
          </p:nvSpPr>
          <p:spPr bwMode="invGray">
            <a:xfrm>
              <a:off x="116681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/>
            <p:cNvSpPr/>
            <p:nvPr/>
          </p:nvSpPr>
          <p:spPr bwMode="invGray">
            <a:xfrm>
              <a:off x="2119324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6" name="Freeform: Shape 75"/>
            <p:cNvSpPr/>
            <p:nvPr/>
          </p:nvSpPr>
          <p:spPr bwMode="invGray">
            <a:xfrm>
              <a:off x="3071829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7" name="Freeform: Shape 76"/>
            <p:cNvSpPr/>
            <p:nvPr/>
          </p:nvSpPr>
          <p:spPr bwMode="invGray">
            <a:xfrm>
              <a:off x="4024334" y="0"/>
              <a:ext cx="338139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8" name="Freeform: Shape 77"/>
            <p:cNvSpPr/>
            <p:nvPr/>
          </p:nvSpPr>
          <p:spPr bwMode="invGray">
            <a:xfrm>
              <a:off x="497525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79" name="Freeform: Shape 78"/>
            <p:cNvSpPr/>
            <p:nvPr/>
          </p:nvSpPr>
          <p:spPr bwMode="invGray">
            <a:xfrm>
              <a:off x="5927756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0" name="Freeform: Shape 79"/>
            <p:cNvSpPr/>
            <p:nvPr/>
          </p:nvSpPr>
          <p:spPr bwMode="invGray">
            <a:xfrm>
              <a:off x="6880261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1" name="Freeform: Shape 80"/>
            <p:cNvSpPr/>
            <p:nvPr/>
          </p:nvSpPr>
          <p:spPr bwMode="invGray">
            <a:xfrm>
              <a:off x="7832765" y="0"/>
              <a:ext cx="338140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2" name="Freeform: Shape 81"/>
            <p:cNvSpPr/>
            <p:nvPr/>
          </p:nvSpPr>
          <p:spPr bwMode="invGray">
            <a:xfrm>
              <a:off x="8783683" y="0"/>
              <a:ext cx="339727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3" name="Freeform: Shape 82"/>
            <p:cNvSpPr/>
            <p:nvPr/>
          </p:nvSpPr>
          <p:spPr bwMode="invGray">
            <a:xfrm>
              <a:off x="9736188" y="0"/>
              <a:ext cx="339727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4" name="Freeform: Shape 83"/>
            <p:cNvSpPr/>
            <p:nvPr/>
          </p:nvSpPr>
          <p:spPr bwMode="invGray">
            <a:xfrm>
              <a:off x="10688693" y="0"/>
              <a:ext cx="336552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5" name="Freeform: Shape 84"/>
            <p:cNvSpPr/>
            <p:nvPr/>
          </p:nvSpPr>
          <p:spPr bwMode="invGray">
            <a:xfrm>
              <a:off x="11638023" y="0"/>
              <a:ext cx="552453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6" name="Freeform: Shape 85"/>
            <p:cNvSpPr/>
            <p:nvPr/>
          </p:nvSpPr>
          <p:spPr bwMode="invGray">
            <a:xfrm>
              <a:off x="721998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7" name="Freeform: Shape 86"/>
            <p:cNvSpPr/>
            <p:nvPr userDrawn="1"/>
          </p:nvSpPr>
          <p:spPr bwMode="invGray">
            <a:xfrm>
              <a:off x="150654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8" name="Freeform: Shape 87"/>
            <p:cNvSpPr/>
            <p:nvPr userDrawn="1"/>
          </p:nvSpPr>
          <p:spPr bwMode="invGray">
            <a:xfrm>
              <a:off x="245905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89" name="Freeform: Shape 88"/>
            <p:cNvSpPr/>
            <p:nvPr userDrawn="1"/>
          </p:nvSpPr>
          <p:spPr bwMode="invGray">
            <a:xfrm>
              <a:off x="3411556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0" name="Freeform: Shape 89"/>
            <p:cNvSpPr/>
            <p:nvPr userDrawn="1"/>
          </p:nvSpPr>
          <p:spPr bwMode="invGray">
            <a:xfrm>
              <a:off x="4362473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1" name="Freeform: Shape 90"/>
            <p:cNvSpPr/>
            <p:nvPr userDrawn="1"/>
          </p:nvSpPr>
          <p:spPr bwMode="invGray">
            <a:xfrm>
              <a:off x="5314977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2" name="Freeform: Shape 91"/>
            <p:cNvSpPr/>
            <p:nvPr userDrawn="1"/>
          </p:nvSpPr>
          <p:spPr bwMode="invGray">
            <a:xfrm>
              <a:off x="6267482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3" name="Freeform: Shape 92"/>
            <p:cNvSpPr/>
            <p:nvPr userDrawn="1"/>
          </p:nvSpPr>
          <p:spPr bwMode="invGray">
            <a:xfrm>
              <a:off x="8170905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4" name="Freeform: Shape 93"/>
            <p:cNvSpPr/>
            <p:nvPr userDrawn="1"/>
          </p:nvSpPr>
          <p:spPr bwMode="invGray">
            <a:xfrm>
              <a:off x="9123410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5" name="Freeform: Shape 94"/>
            <p:cNvSpPr/>
            <p:nvPr userDrawn="1"/>
          </p:nvSpPr>
          <p:spPr bwMode="invGray">
            <a:xfrm>
              <a:off x="10075915" y="0"/>
              <a:ext cx="609603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6" name="Freeform: Shape 95"/>
            <p:cNvSpPr/>
            <p:nvPr userDrawn="1"/>
          </p:nvSpPr>
          <p:spPr bwMode="invGray">
            <a:xfrm>
              <a:off x="11028420" y="0"/>
              <a:ext cx="609603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sp>
          <p:nvSpPr>
            <p:cNvPr id="97" name="Freeform: Shape 96"/>
            <p:cNvSpPr/>
            <p:nvPr userDrawn="1"/>
          </p:nvSpPr>
          <p:spPr bwMode="invGray">
            <a:xfrm>
              <a:off x="554041" y="0"/>
              <a:ext cx="609603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68572" tIns="34286" rIns="68572" bIns="34286" anchor="ctr"/>
            <a:lstStyle/>
            <a:p>
              <a:pPr algn="ctr" fontAlgn="auto"/>
              <a:endParaRPr lang="en-US" sz="994" noProof="1">
                <a:solidFill>
                  <a:schemeClr val="tx1"/>
                </a:solidFill>
              </a:endParaRPr>
            </a:p>
          </p:txBody>
        </p:sp>
        <p:cxnSp>
          <p:nvCxnSpPr>
            <p:cNvPr id="98" name="Straight Connector 97"/>
            <p:cNvCxnSpPr/>
            <p:nvPr userDrawn="1"/>
          </p:nvCxnSpPr>
          <p:spPr bwMode="invGray">
            <a:xfrm>
              <a:off x="0" y="6223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invGray">
            <a:xfrm>
              <a:off x="0" y="3111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invGray">
            <a:xfrm>
              <a:off x="0" y="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invGray">
            <a:xfrm>
              <a:off x="0" y="12430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invGray">
            <a:xfrm>
              <a:off x="0" y="9334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invGray">
            <a:xfrm>
              <a:off x="0" y="18653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invGray">
            <a:xfrm>
              <a:off x="0" y="15541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invGray">
            <a:xfrm>
              <a:off x="0" y="24876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invGray">
            <a:xfrm>
              <a:off x="0" y="21764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invGray">
            <a:xfrm>
              <a:off x="0" y="31083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invGray">
            <a:xfrm>
              <a:off x="0" y="27987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invGray">
            <a:xfrm>
              <a:off x="0" y="37306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invGray">
            <a:xfrm>
              <a:off x="0" y="34194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invGray">
            <a:xfrm>
              <a:off x="0" y="43529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invGray">
            <a:xfrm>
              <a:off x="0" y="40417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invGray">
            <a:xfrm>
              <a:off x="0" y="49736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invGray">
            <a:xfrm>
              <a:off x="0" y="46640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invGray">
            <a:xfrm>
              <a:off x="0" y="55959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invGray">
            <a:xfrm>
              <a:off x="0" y="52847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invGray">
            <a:xfrm>
              <a:off x="0" y="62182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invGray">
            <a:xfrm>
              <a:off x="0" y="59070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invGray">
            <a:xfrm>
              <a:off x="0" y="65293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invGray">
            <a:xfrm>
              <a:off x="0" y="7778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invGray">
            <a:xfrm>
              <a:off x="0" y="46672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invGray">
            <a:xfrm>
              <a:off x="0" y="155575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invGray">
            <a:xfrm>
              <a:off x="0" y="13985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invGray">
            <a:xfrm>
              <a:off x="0" y="10874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invGray">
            <a:xfrm>
              <a:off x="0" y="20208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invGray">
            <a:xfrm>
              <a:off x="0" y="17097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invGray">
            <a:xfrm>
              <a:off x="0" y="264318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invGray">
            <a:xfrm>
              <a:off x="0" y="2332038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invGray">
            <a:xfrm>
              <a:off x="0" y="32639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invGray">
            <a:xfrm>
              <a:off x="0" y="29527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invGray">
            <a:xfrm>
              <a:off x="0" y="38862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invGray">
            <a:xfrm>
              <a:off x="0" y="35750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invGray">
            <a:xfrm>
              <a:off x="0" y="450850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invGray">
            <a:xfrm>
              <a:off x="0" y="41973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invGray">
            <a:xfrm>
              <a:off x="0" y="51292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invGray">
            <a:xfrm>
              <a:off x="0" y="4819650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invGray">
            <a:xfrm>
              <a:off x="0" y="57515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invGray">
            <a:xfrm>
              <a:off x="0" y="54403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invGray">
            <a:xfrm>
              <a:off x="0" y="637381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invGray">
            <a:xfrm>
              <a:off x="0" y="60626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invGray">
            <a:xfrm>
              <a:off x="0" y="6684963"/>
              <a:ext cx="12188888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/>
            <p:cNvSpPr/>
            <p:nvPr userDrawn="1"/>
          </p:nvSpPr>
          <p:spPr bwMode="invGray">
            <a:xfrm>
              <a:off x="554041" y="1709738"/>
              <a:ext cx="11083982" cy="4508500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lIns="68572" tIns="34286" rIns="68572" bIns="34286"/>
            <a:lstStyle/>
            <a:p>
              <a:pPr fontAlgn="auto"/>
              <a:endParaRPr lang="en-US" sz="994" noProof="1">
                <a:latin typeface="+mn-lt"/>
              </a:endParaRPr>
            </a:p>
          </p:txBody>
        </p:sp>
        <p:cxnSp>
          <p:nvCxnSpPr>
            <p:cNvPr id="1118" name="Straight Connector 145"/>
            <p:cNvCxnSpPr>
              <a:cxnSpLocks noChangeShapeType="1"/>
            </p:cNvCxnSpPr>
            <p:nvPr userDrawn="1"/>
          </p:nvCxnSpPr>
          <p:spPr bwMode="auto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9" name="Straight Connector 146"/>
            <p:cNvCxnSpPr>
              <a:cxnSpLocks noChangeShapeType="1"/>
            </p:cNvCxnSpPr>
            <p:nvPr userDrawn="1"/>
          </p:nvCxnSpPr>
          <p:spPr bwMode="auto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20" name="LegendBoxes" hidden="1"/>
          <p:cNvGrpSpPr>
            <a:grpSpLocks/>
          </p:cNvGrpSpPr>
          <p:nvPr userDrawn="1"/>
        </p:nvGrpSpPr>
        <p:grpSpPr bwMode="auto">
          <a:xfrm>
            <a:off x="7916466" y="3242091"/>
            <a:ext cx="738188" cy="1288219"/>
            <a:chOff x="9585951" y="2980130"/>
            <a:chExt cx="984864" cy="1717232"/>
          </a:xfrm>
        </p:grpSpPr>
        <p:sp>
          <p:nvSpPr>
            <p:cNvPr id="188" name="RectangleLegend1"/>
            <p:cNvSpPr/>
            <p:nvPr/>
          </p:nvSpPr>
          <p:spPr>
            <a:xfrm>
              <a:off x="9585951" y="3000737"/>
              <a:ext cx="173145" cy="172998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/>
            <p:cNvSpPr/>
            <p:nvPr/>
          </p:nvSpPr>
          <p:spPr>
            <a:xfrm>
              <a:off x="9585951" y="3381650"/>
              <a:ext cx="173145" cy="171411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/>
            <p:cNvSpPr/>
            <p:nvPr/>
          </p:nvSpPr>
          <p:spPr>
            <a:xfrm>
              <a:off x="9585951" y="3754628"/>
              <a:ext cx="173145" cy="172997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/>
            <p:cNvSpPr/>
            <p:nvPr/>
          </p:nvSpPr>
          <p:spPr>
            <a:xfrm>
              <a:off x="9585951" y="4127604"/>
              <a:ext cx="173145" cy="172998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/>
            <p:cNvSpPr/>
            <p:nvPr/>
          </p:nvSpPr>
          <p:spPr>
            <a:xfrm>
              <a:off x="9585951" y="4502169"/>
              <a:ext cx="173145" cy="172998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en-US" sz="1050" noProof="1">
                <a:solidFill>
                  <a:schemeClr val="tx1"/>
                </a:solidFill>
              </a:endParaRPr>
            </a:p>
          </p:txBody>
        </p:sp>
        <p:sp>
          <p:nvSpPr>
            <p:cNvPr id="1126" name="Legend1"/>
            <p:cNvSpPr txBox="1">
              <a:spLocks noChangeArrowheads="1"/>
            </p:cNvSpPr>
            <p:nvPr/>
          </p:nvSpPr>
          <p:spPr bwMode="auto">
            <a:xfrm>
              <a:off x="9912097" y="2980130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7" name="Legend2"/>
            <p:cNvSpPr txBox="1">
              <a:spLocks noChangeArrowheads="1"/>
            </p:cNvSpPr>
            <p:nvPr/>
          </p:nvSpPr>
          <p:spPr bwMode="auto">
            <a:xfrm>
              <a:off x="9912097" y="335962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8" name="Legend3"/>
            <p:cNvSpPr txBox="1">
              <a:spLocks noChangeArrowheads="1"/>
            </p:cNvSpPr>
            <p:nvPr/>
          </p:nvSpPr>
          <p:spPr bwMode="auto">
            <a:xfrm>
              <a:off x="9912097" y="3739125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29" name="Legend4"/>
            <p:cNvSpPr txBox="1">
              <a:spLocks noChangeArrowheads="1"/>
            </p:cNvSpPr>
            <p:nvPr/>
          </p:nvSpPr>
          <p:spPr bwMode="auto">
            <a:xfrm>
              <a:off x="9912097" y="4110547"/>
              <a:ext cx="658718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0" name="Legend5"/>
            <p:cNvSpPr txBox="1">
              <a:spLocks noChangeArrowheads="1"/>
            </p:cNvSpPr>
            <p:nvPr/>
          </p:nvSpPr>
          <p:spPr bwMode="auto">
            <a:xfrm>
              <a:off x="9912097" y="4481967"/>
              <a:ext cx="653111" cy="215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</p:grpSp>
      <p:grpSp>
        <p:nvGrpSpPr>
          <p:cNvPr id="1131" name="LegendMoons" hidden="1"/>
          <p:cNvGrpSpPr>
            <a:grpSpLocks/>
          </p:cNvGrpSpPr>
          <p:nvPr userDrawn="1"/>
        </p:nvGrpSpPr>
        <p:grpSpPr bwMode="auto">
          <a:xfrm>
            <a:off x="5792391" y="1276350"/>
            <a:ext cx="767953" cy="1298972"/>
            <a:chOff x="7723680" y="1702457"/>
            <a:chExt cx="1023616" cy="1731859"/>
          </a:xfrm>
        </p:grpSpPr>
        <p:sp>
          <p:nvSpPr>
            <p:cNvPr id="1132" name="Legend1"/>
            <p:cNvSpPr txBox="1">
              <a:spLocks noChangeArrowheads="1"/>
            </p:cNvSpPr>
            <p:nvPr/>
          </p:nvSpPr>
          <p:spPr bwMode="auto">
            <a:xfrm>
              <a:off x="8076312" y="1709822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3" name="Legend2"/>
            <p:cNvSpPr txBox="1">
              <a:spLocks noChangeArrowheads="1"/>
            </p:cNvSpPr>
            <p:nvPr/>
          </p:nvSpPr>
          <p:spPr bwMode="auto">
            <a:xfrm>
              <a:off x="8076312" y="208528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4" name="Legend3"/>
            <p:cNvSpPr txBox="1">
              <a:spLocks noChangeArrowheads="1"/>
            </p:cNvSpPr>
            <p:nvPr/>
          </p:nvSpPr>
          <p:spPr bwMode="auto">
            <a:xfrm>
              <a:off x="8076312" y="246074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5" name="Legend4"/>
            <p:cNvSpPr txBox="1">
              <a:spLocks noChangeArrowheads="1"/>
            </p:cNvSpPr>
            <p:nvPr/>
          </p:nvSpPr>
          <p:spPr bwMode="auto">
            <a:xfrm>
              <a:off x="8076312" y="2836198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36" name="Legend5"/>
            <p:cNvSpPr txBox="1">
              <a:spLocks noChangeArrowheads="1"/>
            </p:cNvSpPr>
            <p:nvPr/>
          </p:nvSpPr>
          <p:spPr bwMode="auto">
            <a:xfrm>
              <a:off x="8076312" y="3211661"/>
              <a:ext cx="670984" cy="21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grpSp>
          <p:nvGrpSpPr>
            <p:cNvPr id="1137" name="MoonLegend1"/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 bwMode="auto"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/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3920" cy="25398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0" name="MoonLegend2"/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 bwMode="auto"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/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447"/>
                <a:ext cx="253920" cy="253984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3" name="MoonLegend3"/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 bwMode="auto"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/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/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69128"/>
                <a:ext cx="253920" cy="255748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6" name="MoonLegend4"/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 bwMode="auto"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/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/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69571"/>
                <a:ext cx="253920" cy="253984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  <p:grpSp>
          <p:nvGrpSpPr>
            <p:cNvPr id="1149" name="MoonLegend5"/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 bwMode="auto"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/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16"/>
                <a:ext cx="253920" cy="253984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fontAlgn="auto"/>
                <a:endParaRPr lang="en-US" sz="563" noProof="1"/>
              </a:p>
            </p:txBody>
          </p:sp>
        </p:grpSp>
      </p:grpSp>
      <p:grpSp>
        <p:nvGrpSpPr>
          <p:cNvPr id="1152" name="Sticker" hidden="1"/>
          <p:cNvGrpSpPr>
            <a:grpSpLocks noChangeAspect="1"/>
          </p:cNvGrpSpPr>
          <p:nvPr userDrawn="1"/>
        </p:nvGrpSpPr>
        <p:grpSpPr bwMode="auto">
          <a:xfrm>
            <a:off x="419091" y="966788"/>
            <a:ext cx="322652" cy="122341"/>
            <a:chOff x="8456447" y="272180"/>
            <a:chExt cx="323374" cy="162917"/>
          </a:xfrm>
        </p:grpSpPr>
        <p:sp>
          <p:nvSpPr>
            <p:cNvPr id="170" name="StickerRectangle"/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3374" cy="162917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>
              <a:spAutoFit/>
            </a:bodyPr>
            <a:lstStyle/>
            <a:p>
              <a:pPr defTabSz="895350" fontAlgn="auto">
                <a:buClr>
                  <a:schemeClr val="tx2"/>
                </a:buClr>
              </a:pPr>
              <a:r>
                <a:rPr lang="en-US" sz="675" b="1" spc="38" noProof="1">
                  <a:ln w="3175">
                    <a:noFill/>
                  </a:ln>
                  <a:latin typeface="+mn-lt"/>
                </a:rPr>
                <a:t>Sticker</a:t>
              </a:r>
              <a:endParaRPr lang="en-US" sz="600" noProof="1">
                <a:latin typeface="+mn-lt"/>
              </a:endParaRPr>
            </a:p>
          </p:txBody>
        </p:sp>
        <p:cxnSp>
          <p:nvCxnSpPr>
            <p:cNvPr id="1154" name="StickerUnderline"/>
            <p:cNvCxnSpPr>
              <a:cxnSpLocks noChangeShapeType="1"/>
              <a:stCxn id="170" idx="4"/>
              <a:endCxn id="170" idx="6"/>
            </p:cNvCxnSpPr>
            <p:nvPr/>
          </p:nvCxnSpPr>
          <p:spPr bwMode="auto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55" name="LegendLines" hidden="1"/>
          <p:cNvGrpSpPr>
            <a:grpSpLocks/>
          </p:cNvGrpSpPr>
          <p:nvPr userDrawn="1"/>
        </p:nvGrpSpPr>
        <p:grpSpPr bwMode="auto">
          <a:xfrm>
            <a:off x="7775972" y="2476418"/>
            <a:ext cx="952500" cy="718120"/>
            <a:chOff x="4372690" y="3738987"/>
            <a:chExt cx="1269335" cy="958515"/>
          </a:xfrm>
        </p:grpSpPr>
        <p:sp>
          <p:nvSpPr>
            <p:cNvPr id="1156" name="Legend1"/>
            <p:cNvSpPr txBox="1">
              <a:spLocks noChangeArrowheads="1"/>
            </p:cNvSpPr>
            <p:nvPr/>
          </p:nvSpPr>
          <p:spPr bwMode="auto">
            <a:xfrm>
              <a:off x="4988914" y="373898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7" name="Legend2"/>
            <p:cNvSpPr txBox="1">
              <a:spLocks noChangeArrowheads="1"/>
            </p:cNvSpPr>
            <p:nvPr/>
          </p:nvSpPr>
          <p:spPr bwMode="auto">
            <a:xfrm>
              <a:off x="4988914" y="4110407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8" name="Legend3"/>
            <p:cNvSpPr txBox="1">
              <a:spLocks noChangeArrowheads="1"/>
            </p:cNvSpPr>
            <p:nvPr/>
          </p:nvSpPr>
          <p:spPr bwMode="auto">
            <a:xfrm>
              <a:off x="4988914" y="4481828"/>
              <a:ext cx="653111" cy="215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spcAft>
                  <a:spcPts val="450"/>
                </a:spcAft>
              </a:pPr>
              <a:r>
                <a:rPr lang="en-US" altLang="zh-CN" sz="1050">
                  <a:ea typeface="宋体" panose="02010600030101010101" pitchFamily="2" charset="-122"/>
                </a:rPr>
                <a:t>Legend</a:t>
              </a:r>
            </a:p>
          </p:txBody>
        </p:sp>
        <p:sp>
          <p:nvSpPr>
            <p:cNvPr id="1159" name="LineLegend3"/>
            <p:cNvSpPr>
              <a:spLocks noChangeShapeType="1"/>
            </p:cNvSpPr>
            <p:nvPr/>
          </p:nvSpPr>
          <p:spPr bwMode="auto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0" name="LineLegend2"/>
            <p:cNvSpPr>
              <a:spLocks noChangeShapeType="1"/>
            </p:cNvSpPr>
            <p:nvPr/>
          </p:nvSpPr>
          <p:spPr bwMode="auto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  <p:sp>
          <p:nvSpPr>
            <p:cNvPr id="1161" name="LineLegend1"/>
            <p:cNvSpPr>
              <a:spLocks noChangeShapeType="1"/>
            </p:cNvSpPr>
            <p:nvPr/>
          </p:nvSpPr>
          <p:spPr bwMode="auto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altLang="zh-CN" sz="563"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18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3" r:id="rId17"/>
    <p:sldLayoutId id="2147483874" r:id="rId18"/>
    <p:sldLayoutId id="2147483875" r:id="rId19"/>
    <p:sldLayoutId id="2147483876" r:id="rId20"/>
  </p:sldLayoutIdLst>
  <p:txStyles>
    <p:titleStyle>
      <a:lvl1pPr algn="l" rtl="0" fontAlgn="base">
        <a:spcBef>
          <a:spcPct val="0"/>
        </a:spcBef>
        <a:spcAft>
          <a:spcPct val="0"/>
        </a:spcAft>
        <a:defRPr sz="1875" b="1" kern="120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75" b="1">
          <a:solidFill>
            <a:schemeClr val="bg2"/>
          </a:solidFill>
          <a:latin typeface="Georgia" panose="02040502050405020303" pitchFamily="18" charset="0"/>
        </a:defRPr>
      </a:lvl9pPr>
    </p:titleStyle>
    <p:bodyStyle>
      <a:lvl1pPr algn="l" rtl="0" fontAlgn="base">
        <a:spcBef>
          <a:spcPts val="225"/>
        </a:spcBef>
        <a:spcAft>
          <a:spcPts val="225"/>
        </a:spcAft>
        <a:buFont typeface="Segoe UI" panose="020B0502040204020203" pitchFamily="34" charset="0"/>
        <a:buChar char="​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1pPr>
      <a:lvl2pPr marL="171450" indent="-169069" algn="l" rtl="0" fontAlgn="base">
        <a:spcBef>
          <a:spcPct val="0"/>
        </a:spcBef>
        <a:spcAft>
          <a:spcPts val="225"/>
        </a:spcAft>
        <a:buFont typeface="Wingdings" panose="05000000000000000000" pitchFamily="2" charset="2"/>
        <a:buChar char="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2pPr>
      <a:lvl3pPr marL="386954" indent="-215504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—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3pPr>
      <a:lvl4pPr marL="557213" indent="-136922" algn="l" rtl="0" fontAlgn="base">
        <a:spcBef>
          <a:spcPct val="0"/>
        </a:spcBef>
        <a:spcAft>
          <a:spcPts val="225"/>
        </a:spcAft>
        <a:buFont typeface="Arial" panose="020B0604020202020204" pitchFamily="34" charset="0"/>
        <a:buChar char="»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4pPr>
      <a:lvl5pPr marL="685800" indent="-102394" algn="l" rtl="0" fontAlgn="base">
        <a:spcBef>
          <a:spcPct val="0"/>
        </a:spcBef>
        <a:spcAft>
          <a:spcPts val="225"/>
        </a:spcAft>
        <a:buSzPct val="100000"/>
        <a:buFont typeface="Arial" panose="020B0604020202020204" pitchFamily="34" charset="0"/>
        <a:buChar char="›"/>
        <a:defRPr sz="1200" kern="1200">
          <a:solidFill>
            <a:schemeClr val="bg2"/>
          </a:solidFill>
          <a:latin typeface="+mn-lt"/>
          <a:ea typeface="+mn-ea"/>
          <a:cs typeface="Arial" panose="020B0704020202020204" pitchFamily="34" charset="0"/>
        </a:defRPr>
      </a:lvl5pPr>
      <a:lvl6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6pPr>
      <a:lvl7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7pPr>
      <a:lvl8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8pPr>
      <a:lvl9pPr marL="814388" indent="-1285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SzPct val="100000"/>
        <a:buFont typeface="Arial" panose="020B0704020202020204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Arial" panose="020B0704020202020204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52B431-9466-4548-8BD9-DB11145AC5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455" y="281468"/>
            <a:ext cx="3432517" cy="595970"/>
          </a:xfrm>
          <a:prstGeom prst="rect">
            <a:avLst/>
          </a:prstGeom>
        </p:spPr>
      </p:pic>
      <p:sp>
        <p:nvSpPr>
          <p:cNvPr id="6" name="Rectangle 111">
            <a:extLst>
              <a:ext uri="{FF2B5EF4-FFF2-40B4-BE49-F238E27FC236}">
                <a16:creationId xmlns:a16="http://schemas.microsoft.com/office/drawing/2014/main" id="{8DAB2920-6AB6-EC40-A62A-4429A6366544}"/>
              </a:ext>
            </a:extLst>
          </p:cNvPr>
          <p:cNvSpPr txBox="1"/>
          <p:nvPr/>
        </p:nvSpPr>
        <p:spPr>
          <a:xfrm>
            <a:off x="-171494" y="4858523"/>
            <a:ext cx="2130084" cy="244041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marL="0" marR="0" lvl="0" indent="0" algn="ctr" defTabSz="30956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www.asymchem.com.cn</a:t>
            </a: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    </a:t>
            </a:r>
          </a:p>
        </p:txBody>
      </p:sp>
      <p:sp>
        <p:nvSpPr>
          <p:cNvPr id="7" name="Rectangle 111">
            <a:extLst>
              <a:ext uri="{FF2B5EF4-FFF2-40B4-BE49-F238E27FC236}">
                <a16:creationId xmlns:a16="http://schemas.microsoft.com/office/drawing/2014/main" id="{875E645C-A905-3347-AAF2-8029CF272F75}"/>
              </a:ext>
            </a:extLst>
          </p:cNvPr>
          <p:cNvSpPr txBox="1"/>
          <p:nvPr/>
        </p:nvSpPr>
        <p:spPr>
          <a:xfrm>
            <a:off x="1104591" y="4875100"/>
            <a:ext cx="2321613" cy="233910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marL="0" marR="0" lvl="0" indent="0" algn="ctr" defTabSz="30956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949EF8-2B8B-A747-ADB8-1AFFB45A7A47}"/>
              </a:ext>
            </a:extLst>
          </p:cNvPr>
          <p:cNvSpPr/>
          <p:nvPr/>
        </p:nvSpPr>
        <p:spPr>
          <a:xfrm>
            <a:off x="1802025" y="2017572"/>
            <a:ext cx="5260596" cy="66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309563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双方技术交流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65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353" y="208478"/>
            <a:ext cx="4891684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25" b="1" noProof="0" dirty="0" smtClean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双方持续进行人才及技术交流</a:t>
            </a:r>
            <a:endParaRPr kumimoji="0" lang="zh-CN" altLang="en-US" sz="2025" b="1" i="0" u="none" strike="noStrike" kern="1200" cap="none" spc="0" normalizeH="0" baseline="0" noProof="0" dirty="0">
              <a:ln>
                <a:noFill/>
              </a:ln>
              <a:solidFill>
                <a:srgbClr val="0036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7063" y="1217739"/>
            <a:ext cx="4175822" cy="3081758"/>
            <a:chOff x="466726" y="1217739"/>
            <a:chExt cx="3414932" cy="3081758"/>
          </a:xfrm>
        </p:grpSpPr>
        <p:sp>
          <p:nvSpPr>
            <p:cNvPr id="18" name="矩形: 圆角 37"/>
            <p:cNvSpPr/>
            <p:nvPr/>
          </p:nvSpPr>
          <p:spPr>
            <a:xfrm>
              <a:off x="466726" y="1217739"/>
              <a:ext cx="3414932" cy="3081758"/>
            </a:xfrm>
            <a:prstGeom prst="roundRect">
              <a:avLst>
                <a:gd name="adj" fmla="val 3675"/>
              </a:avLst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tx2">
                    <a:lumMod val="20000"/>
                    <a:lumOff val="80000"/>
                    <a:alpha val="38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92480"/>
              <a:endParaRPr lang="zh-CN" altLang="en-US" sz="1586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  <p:sp>
          <p:nvSpPr>
            <p:cNvPr id="12" name="矩形: 圆角 39"/>
            <p:cNvSpPr/>
            <p:nvPr/>
          </p:nvSpPr>
          <p:spPr>
            <a:xfrm>
              <a:off x="616461" y="1530500"/>
              <a:ext cx="3091869" cy="2345102"/>
            </a:xfrm>
            <a:prstGeom prst="roundRect">
              <a:avLst>
                <a:gd name="adj" fmla="val 5730"/>
              </a:avLst>
            </a:prstGeom>
            <a:solidFill>
              <a:schemeClr val="bg1"/>
            </a:solidFill>
            <a:ln w="12700">
              <a:solidFill>
                <a:schemeClr val="tx2">
                  <a:lumMod val="40000"/>
                  <a:lumOff val="6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5721" tIns="27861" rIns="55721" bIns="27861" numCol="1" spcCol="0" rtlCol="0" fromWordArt="0" anchor="t" anchorCtr="0" forceAA="0" compatLnSpc="1">
              <a:noAutofit/>
            </a:bodyPr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altLang="zh-CN" sz="1099" b="1" i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微软雅黑"/>
              </a:endParaRPr>
            </a:p>
          </p:txBody>
        </p:sp>
        <p:sp>
          <p:nvSpPr>
            <p:cNvPr id="13" name="矩形: 圆角 40"/>
            <p:cNvSpPr/>
            <p:nvPr/>
          </p:nvSpPr>
          <p:spPr>
            <a:xfrm>
              <a:off x="837581" y="1635125"/>
              <a:ext cx="2649629" cy="270000"/>
            </a:xfrm>
            <a:prstGeom prst="roundRect">
              <a:avLst>
                <a:gd name="adj" fmla="val 20489"/>
              </a:avLst>
            </a:prstGeom>
            <a:solidFill>
              <a:srgbClr val="3263A7"/>
            </a:solidFill>
            <a:ln w="3175">
              <a:noFill/>
            </a:ln>
          </p:spPr>
          <p:txBody>
            <a:bodyPr wrap="square" anchor="ctr">
              <a:noAutofit/>
            </a:bodyPr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 sz="1000" b="0" i="0" u="none" strike="noStrike" kern="1200" spc="0" baseline="0">
                  <a:solidFill>
                    <a:srgbClr val="000000"/>
                  </a:solidFill>
                  <a:latin typeface="+mj-lt"/>
                  <a:ea typeface="+mn-ea"/>
                  <a:cs typeface="Times New Roman" panose="02020603050405020304" pitchFamily="18" charset="0"/>
                </a:defRPr>
              </a:pPr>
              <a:r>
                <a:rPr lang="zh-CN" altLang="en-US" sz="1200" b="1" dirty="0">
                  <a:solidFill>
                    <a:srgbClr val="FFFFFF"/>
                  </a:solidFill>
                  <a:latin typeface="Arial"/>
                  <a:ea typeface="微软雅黑"/>
                  <a:cs typeface="Times New Roman" panose="02020603050405020304" pitchFamily="18" charset="0"/>
                </a:rPr>
                <a:t>人才</a:t>
              </a:r>
              <a:r>
                <a:rPr lang="zh-CN" altLang="en-US" sz="1200" b="1" dirty="0" smtClean="0">
                  <a:solidFill>
                    <a:srgbClr val="FFFFFF"/>
                  </a:solidFill>
                  <a:latin typeface="Arial"/>
                  <a:ea typeface="微软雅黑"/>
                  <a:cs typeface="Times New Roman" panose="02020603050405020304" pitchFamily="18" charset="0"/>
                </a:rPr>
                <a:t>交流</a:t>
              </a:r>
              <a:endParaRPr lang="zh-CN" altLang="en-US" sz="1200" b="1" dirty="0">
                <a:solidFill>
                  <a:srgbClr val="FFFFFF"/>
                </a:solidFill>
                <a:latin typeface="Arial"/>
                <a:ea typeface="微软雅黑"/>
                <a:cs typeface="Times New Roman" panose="02020603050405020304" pitchFamily="18" charset="0"/>
              </a:endParaRPr>
            </a:p>
          </p:txBody>
        </p:sp>
        <p:sp>
          <p:nvSpPr>
            <p:cNvPr id="14" name="iṩḷiḑe"/>
            <p:cNvSpPr/>
            <p:nvPr/>
          </p:nvSpPr>
          <p:spPr bwMode="auto">
            <a:xfrm>
              <a:off x="658136" y="2086946"/>
              <a:ext cx="3062459" cy="1232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721" tIns="27861" rIns="55721" bIns="27861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Pilot Plant leader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于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2026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年年初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前往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国内参观、沟通高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活、制备、纯化、连续氢化等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议题</a:t>
              </a:r>
              <a:endParaRPr lang="en-US" altLang="zh-CN" sz="100" dirty="0" smtClean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Lab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及分析</a:t>
              </a:r>
              <a:r>
                <a:rPr lang="en-US" altLang="zh-CN" sz="900" dirty="0" err="1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leadr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于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2026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年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5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月进行学习交流</a:t>
              </a:r>
              <a:endParaRPr lang="en-US" altLang="zh-CN" sz="100" dirty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国内团队计划新增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3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名员工外派至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Sandwich site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进行技术支持和交流，包含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1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个研发岗位和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2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</a:rPr>
                <a:t>个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分析岗位</a:t>
              </a:r>
              <a:endParaRPr lang="en-US" altLang="zh-CN" sz="900" dirty="0" smtClean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国内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EHS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团队前往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Sandwich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进行</a:t>
              </a:r>
              <a:r>
                <a:rPr lang="en-US" altLang="zh-CN" sz="900" dirty="0" err="1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Ecovadis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, CDP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和</a:t>
              </a:r>
              <a:r>
                <a:rPr lang="en-US" altLang="zh-CN" sz="900" dirty="0" err="1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SBTi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等工作的支持</a:t>
              </a:r>
              <a:endParaRPr lang="en-US" altLang="zh-CN" sz="900" dirty="0" smtClean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Lab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的三名业务骨干即将前往国内和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CEPS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、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CFCT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、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IEPE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、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BU1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、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DoE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、</a:t>
              </a:r>
              <a:r>
                <a:rPr lang="en-US" altLang="zh-CN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HTE</a:t>
              </a:r>
              <a:r>
                <a:rPr lang="zh-CN" altLang="en-US" sz="900" dirty="0" smtClean="0">
                  <a:solidFill>
                    <a:schemeClr val="bg2">
                      <a:lumMod val="10000"/>
                    </a:schemeClr>
                  </a:solidFill>
                  <a:latin typeface="Arial"/>
                  <a:ea typeface="微软雅黑"/>
                  <a:cs typeface="+mn-cs"/>
                </a:rPr>
                <a:t>等团队进行交流、学习</a:t>
              </a:r>
              <a:endParaRPr lang="en-US" altLang="zh-CN" sz="900" dirty="0">
                <a:solidFill>
                  <a:schemeClr val="bg2">
                    <a:lumMod val="10000"/>
                  </a:schemeClr>
                </a:solidFill>
                <a:latin typeface="Arial"/>
                <a:ea typeface="微软雅黑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26336" y="1190489"/>
            <a:ext cx="4257107" cy="3136258"/>
            <a:chOff x="5177563" y="1190489"/>
            <a:chExt cx="3442562" cy="3136258"/>
          </a:xfrm>
        </p:grpSpPr>
        <p:grpSp>
          <p:nvGrpSpPr>
            <p:cNvPr id="6" name="组合 5"/>
            <p:cNvGrpSpPr/>
            <p:nvPr/>
          </p:nvGrpSpPr>
          <p:grpSpPr>
            <a:xfrm>
              <a:off x="5177563" y="1190489"/>
              <a:ext cx="3442562" cy="3136258"/>
              <a:chOff x="5398285" y="1217739"/>
              <a:chExt cx="3221840" cy="2961425"/>
            </a:xfrm>
          </p:grpSpPr>
          <p:sp>
            <p:nvSpPr>
              <p:cNvPr id="19" name="矩形: 圆角 42"/>
              <p:cNvSpPr/>
              <p:nvPr/>
            </p:nvSpPr>
            <p:spPr>
              <a:xfrm>
                <a:off x="5398285" y="1217739"/>
                <a:ext cx="3221840" cy="2961425"/>
              </a:xfrm>
              <a:prstGeom prst="roundRect">
                <a:avLst>
                  <a:gd name="adj" fmla="val 3675"/>
                </a:avLst>
              </a:prstGeom>
              <a:gradFill flip="none" rotWithShape="1">
                <a:gsLst>
                  <a:gs pos="0">
                    <a:schemeClr val="accent1">
                      <a:lumMod val="0"/>
                      <a:lumOff val="100000"/>
                      <a:alpha val="0"/>
                    </a:schemeClr>
                  </a:gs>
                  <a:gs pos="100000">
                    <a:schemeClr val="tx2">
                      <a:lumMod val="20000"/>
                      <a:lumOff val="80000"/>
                      <a:alpha val="38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792480"/>
                <a:endParaRPr lang="zh-CN" altLang="en-US" sz="1586">
                  <a:solidFill>
                    <a:srgbClr val="FFFFFF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15" name="矩形: 圆角 44"/>
              <p:cNvSpPr/>
              <p:nvPr/>
            </p:nvSpPr>
            <p:spPr>
              <a:xfrm>
                <a:off x="5540567" y="1524603"/>
                <a:ext cx="3019979" cy="2228566"/>
              </a:xfrm>
              <a:prstGeom prst="roundRect">
                <a:avLst>
                  <a:gd name="adj" fmla="val 5730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40000"/>
                    <a:lumOff val="60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5721" tIns="27861" rIns="55721" bIns="27861" numCol="1" spcCol="0" rtlCol="0" fromWordArt="0" anchor="t" anchorCtr="0" forceAA="0" compatLnSpc="1">
                <a:noAutofit/>
              </a:bodyPr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099" b="1" i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16" name="矩形: 圆角 45"/>
              <p:cNvSpPr/>
              <p:nvPr/>
            </p:nvSpPr>
            <p:spPr>
              <a:xfrm>
                <a:off x="5869355" y="1625145"/>
                <a:ext cx="2452079" cy="254949"/>
              </a:xfrm>
              <a:prstGeom prst="roundRect">
                <a:avLst>
                  <a:gd name="adj" fmla="val 20489"/>
                </a:avLst>
              </a:prstGeom>
              <a:solidFill>
                <a:schemeClr val="tx2"/>
              </a:solidFill>
              <a:ln w="3175">
                <a:noFill/>
              </a:ln>
            </p:spPr>
            <p:txBody>
              <a:bodyPr wrap="square" anchor="ctr">
                <a:noAutofit/>
              </a:bodyPr>
              <a:lstStyle/>
              <a:p>
                <a:pPr algn="ctr" defTabSz="685800" eaLnBrk="1" fontAlgn="auto" hangingPunct="1">
                  <a:spcBef>
                    <a:spcPts val="0"/>
                  </a:spcBef>
                  <a:spcAft>
                    <a:spcPts val="0"/>
                  </a:spcAft>
                  <a:defRPr sz="1000" b="0" i="0" u="none" strike="noStrike" kern="1200" spc="0" baseline="0">
                    <a:solidFill>
                      <a:srgbClr val="000000"/>
                    </a:solidFill>
                    <a:latin typeface="+mj-lt"/>
                    <a:ea typeface="+mn-ea"/>
                    <a:cs typeface="Times New Roman" panose="02020603050405020304" pitchFamily="18" charset="0"/>
                  </a:defRPr>
                </a:pPr>
                <a:r>
                  <a:rPr lang="zh-CN" altLang="en-US" sz="1200" b="1" dirty="0" smtClean="0">
                    <a:solidFill>
                      <a:srgbClr val="FFFFFF"/>
                    </a:solidFill>
                    <a:latin typeface="Arial"/>
                    <a:ea typeface="微软雅黑"/>
                    <a:cs typeface="Times New Roman" panose="02020603050405020304" pitchFamily="18" charset="0"/>
                  </a:rPr>
                  <a:t>技术交流</a:t>
                </a:r>
                <a:endParaRPr lang="zh-CN" altLang="en-US" sz="1200" b="1" dirty="0">
                  <a:solidFill>
                    <a:srgbClr val="FFFFFF"/>
                  </a:solidFill>
                  <a:latin typeface="Arial"/>
                  <a:ea typeface="微软雅黑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iṩḷiḑe"/>
            <p:cNvSpPr/>
            <p:nvPr/>
          </p:nvSpPr>
          <p:spPr bwMode="auto">
            <a:xfrm>
              <a:off x="5408826" y="1980114"/>
              <a:ext cx="3088876" cy="1232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5721" tIns="27861" rIns="55721" bIns="27861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持续推进月度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Global </a:t>
              </a:r>
              <a:r>
                <a:rPr lang="en-US" altLang="zh-CN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Seminar Training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技术交流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会</a:t>
              </a:r>
              <a:endParaRPr lang="en-US" altLang="zh-CN" sz="900" dirty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CEPS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团队和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Sandwich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团队进行定期技术沟通：</a:t>
              </a:r>
              <a:r>
                <a:rPr lang="en-US" altLang="zh-CN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D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ata flow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双周会，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定期</a:t>
              </a:r>
              <a:r>
                <a:rPr lang="en-US" altLang="zh-CN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HTE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交流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，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Machine learning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双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周会</a:t>
              </a:r>
              <a:endParaRPr lang="en-US" altLang="zh-CN" sz="900" dirty="0" smtClean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AI Club</a:t>
              </a:r>
              <a:r>
                <a:rPr lang="zh-CN" altLang="en-US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：国内技术</a:t>
              </a:r>
              <a:r>
                <a:rPr lang="en-US" altLang="zh-CN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&amp;IT</a:t>
              </a:r>
              <a:r>
                <a:rPr lang="zh-CN" altLang="en-US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团队与</a:t>
              </a:r>
              <a:r>
                <a:rPr lang="en-US" altLang="zh-CN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Sandwich</a:t>
              </a:r>
              <a:r>
                <a:rPr lang="zh-CN" altLang="en-US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团队定期交流，以双周会形式分享、探索</a:t>
              </a:r>
              <a:r>
                <a:rPr lang="en-US" altLang="zh-CN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AI</a:t>
              </a:r>
              <a:r>
                <a:rPr lang="zh-CN" altLang="en-US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技术上的推演计算，以</a:t>
              </a:r>
              <a:r>
                <a:rPr lang="en-US" altLang="zh-CN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AI</a:t>
              </a:r>
              <a:r>
                <a:rPr lang="zh-CN" altLang="en-US" sz="900" b="1" dirty="0" smtClean="0">
                  <a:solidFill>
                    <a:srgbClr val="FF0000"/>
                  </a:solidFill>
                  <a:latin typeface="Arial"/>
                  <a:ea typeface="微软雅黑"/>
                  <a:cs typeface="+mn-cs"/>
                </a:rPr>
                <a:t>技术赋能研发和生产</a:t>
              </a:r>
              <a:endParaRPr lang="en-US" altLang="zh-CN" sz="900" b="1" dirty="0" smtClean="0">
                <a:solidFill>
                  <a:srgbClr val="FF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CSBT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团队与</a:t>
              </a:r>
              <a:r>
                <a:rPr lang="en-US" altLang="zh-CN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Sandwich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团队进行酶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工艺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开发交流</a:t>
              </a:r>
              <a:endParaRPr lang="en-US" altLang="zh-CN" sz="900" dirty="0" smtClean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双方团队开启关于自动化方面的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合作</a:t>
              </a:r>
              <a:r>
                <a:rPr lang="zh-CN" altLang="en-US" sz="900" dirty="0" smtClean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，共同开发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灵活的自动化软件</a:t>
              </a:r>
              <a:r>
                <a:rPr lang="en-US" altLang="zh-CN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/</a:t>
              </a:r>
              <a:r>
                <a:rPr lang="zh-CN" altLang="en-US" sz="900" dirty="0">
                  <a:solidFill>
                    <a:srgbClr val="000000"/>
                  </a:solidFill>
                  <a:latin typeface="Arial"/>
                  <a:ea typeface="微软雅黑"/>
                  <a:cs typeface="+mn-cs"/>
                </a:rPr>
                <a:t>硬件平台，部署以实现实验室设备的自动化</a:t>
              </a:r>
            </a:p>
            <a:p>
              <a:pPr marL="104299" indent="-104299" defTabSz="685800" fontAlgn="auto">
                <a:lnSpc>
                  <a:spcPct val="150000"/>
                </a:lnSpc>
                <a:spcBef>
                  <a:spcPts val="0"/>
                </a:spcBef>
                <a:spcAft>
                  <a:spcPts val="184"/>
                </a:spcAft>
                <a:buFont typeface="Arial" panose="020B0604020202020204" pitchFamily="34" charset="0"/>
                <a:buChar char="•"/>
              </a:pPr>
              <a:endParaRPr lang="zh-CN" altLang="en-US" sz="900" dirty="0">
                <a:solidFill>
                  <a:srgbClr val="000000"/>
                </a:solidFill>
                <a:latin typeface="Arial"/>
                <a:ea typeface="微软雅黑"/>
                <a:cs typeface="+mn-cs"/>
              </a:endParaRPr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18" y="2079363"/>
            <a:ext cx="865422" cy="9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2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B52B431-9466-4548-8BD9-DB11145AC5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455" y="281468"/>
            <a:ext cx="3432517" cy="595970"/>
          </a:xfrm>
          <a:prstGeom prst="rect">
            <a:avLst/>
          </a:prstGeom>
        </p:spPr>
      </p:pic>
      <p:sp>
        <p:nvSpPr>
          <p:cNvPr id="6" name="Rectangle 111">
            <a:extLst>
              <a:ext uri="{FF2B5EF4-FFF2-40B4-BE49-F238E27FC236}">
                <a16:creationId xmlns:a16="http://schemas.microsoft.com/office/drawing/2014/main" id="{8DAB2920-6AB6-EC40-A62A-4429A6366544}"/>
              </a:ext>
            </a:extLst>
          </p:cNvPr>
          <p:cNvSpPr txBox="1"/>
          <p:nvPr/>
        </p:nvSpPr>
        <p:spPr>
          <a:xfrm>
            <a:off x="-171494" y="4858523"/>
            <a:ext cx="2130084" cy="244041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marL="0" marR="0" lvl="0" indent="0" algn="ctr" defTabSz="30956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www.asymchem.com.cn</a:t>
            </a:r>
            <a:r>
              <a:rPr kumimoji="0" lang="en-US" altLang="zh-CN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    </a:t>
            </a:r>
          </a:p>
        </p:txBody>
      </p:sp>
      <p:sp>
        <p:nvSpPr>
          <p:cNvPr id="7" name="Rectangle 111">
            <a:extLst>
              <a:ext uri="{FF2B5EF4-FFF2-40B4-BE49-F238E27FC236}">
                <a16:creationId xmlns:a16="http://schemas.microsoft.com/office/drawing/2014/main" id="{875E645C-A905-3347-AAF2-8029CF272F75}"/>
              </a:ext>
            </a:extLst>
          </p:cNvPr>
          <p:cNvSpPr txBox="1"/>
          <p:nvPr/>
        </p:nvSpPr>
        <p:spPr>
          <a:xfrm>
            <a:off x="1104591" y="4875100"/>
            <a:ext cx="2321613" cy="233910"/>
          </a:xfrm>
          <a:prstGeom prst="rect">
            <a:avLst/>
          </a:prstGeom>
          <a:noFill/>
          <a:ln w="12700">
            <a:noFill/>
          </a:ln>
        </p:spPr>
        <p:txBody>
          <a:bodyPr wrap="square" lIns="17145" rIns="17145" anchor="ctr">
            <a:spAutoFit/>
          </a:bodyPr>
          <a:lstStyle/>
          <a:p>
            <a:pPr marL="0" marR="0" lvl="0" indent="0" algn="ctr" defTabSz="30956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sym typeface="Arial" panose="020B0604020202020204"/>
              </a:rPr>
              <a:t>Stock Code: 002821.SZ / 6821.HK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949EF8-2B8B-A747-ADB8-1AFFB45A7A47}"/>
              </a:ext>
            </a:extLst>
          </p:cNvPr>
          <p:cNvSpPr/>
          <p:nvPr/>
        </p:nvSpPr>
        <p:spPr>
          <a:xfrm>
            <a:off x="837270" y="1987871"/>
            <a:ext cx="708307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Sandwich </a:t>
            </a:r>
            <a:r>
              <a:rPr lang="en-US" altLang="zh-CN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Site</a:t>
            </a:r>
            <a:r>
              <a:rPr lang="zh-CN" altLang="en-US" sz="28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扩建计划</a:t>
            </a:r>
            <a:endParaRPr lang="en-US" altLang="zh-CN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003669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sym typeface="Arial" panose="020B0604020202020204" pitchFamily="34" charset="0"/>
              </a:rPr>
              <a:pPr marL="0" marR="0" lvl="0" indent="0" algn="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003669">
                  <a:tint val="75000"/>
                </a:srgbClr>
              </a:solidFill>
              <a:effectLst/>
              <a:uLnTx/>
              <a:uFillTx/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05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fld id="{FAEDECE0-B3E3-4E93-9B91-9F10B30F5B07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 marL="0" marR="0" lvl="0" indent="0" algn="ctr" defTabSz="3095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-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04DC71A8-0495-8648-876E-689563A09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063" y="208478"/>
            <a:ext cx="3815974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 marL="0" marR="0" lvl="0" indent="0" algn="r" defTabSz="3095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Sandwich</a:t>
            </a:r>
            <a:r>
              <a:rPr kumimoji="0" lang="en-US" altLang="zh-CN" sz="2025" b="1" i="0" u="none" strike="noStrike" kern="1200" cap="none" spc="0" normalizeH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 Site</a:t>
            </a:r>
            <a:r>
              <a:rPr kumimoji="0" lang="zh-CN" altLang="en-US" sz="2025" b="1" i="0" u="none" strike="noStrike" kern="1200" cap="none" spc="0" normalizeH="0" noProof="0" dirty="0" smtClean="0">
                <a:ln>
                  <a:noFill/>
                </a:ln>
                <a:solidFill>
                  <a:srgbClr val="0036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扩建</a:t>
            </a:r>
            <a:r>
              <a:rPr lang="zh-CN" altLang="en-US" sz="2025" b="1" noProof="0" dirty="0">
                <a:solidFill>
                  <a:srgbClr val="0036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进展</a:t>
            </a:r>
            <a:endParaRPr kumimoji="0" lang="zh-CN" altLang="en-US" sz="2025" b="1" i="0" u="none" strike="noStrike" kern="1200" cap="none" spc="0" normalizeH="0" baseline="0" noProof="0" dirty="0">
              <a:ln>
                <a:noFill/>
              </a:ln>
              <a:solidFill>
                <a:srgbClr val="0036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4389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3263A7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B902</a:t>
            </a:r>
            <a:r>
              <a:rPr lang="en-US" sz="1050" b="1" dirty="0">
                <a:solidFill>
                  <a:srgbClr val="3263A7">
                    <a:lumMod val="50000"/>
                  </a:srgbClr>
                </a:solidFill>
              </a:rPr>
              <a:t> </a:t>
            </a:r>
            <a:r>
              <a:rPr lang="zh-CN" altLang="en-US" sz="1050" b="1" dirty="0">
                <a:solidFill>
                  <a:srgbClr val="3263A7">
                    <a:lumMod val="50000"/>
                  </a:srgbClr>
                </a:solidFill>
                <a:latin typeface="+mj-ea"/>
                <a:ea typeface="+mj-ea"/>
              </a:rPr>
              <a:t>既有厂房改造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2332641" y="1177522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050" b="1" dirty="0">
                <a:solidFill>
                  <a:srgbClr val="3263A7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B902</a:t>
            </a:r>
            <a:r>
              <a:rPr lang="en-US" sz="1050" b="1" dirty="0">
                <a:solidFill>
                  <a:srgbClr val="3263A7">
                    <a:lumMod val="50000"/>
                  </a:srgbClr>
                </a:solidFill>
              </a:rPr>
              <a:t> </a:t>
            </a:r>
            <a:r>
              <a:rPr lang="zh-CN" altLang="en-US" sz="1050" b="1" dirty="0">
                <a:solidFill>
                  <a:srgbClr val="3263A7">
                    <a:lumMod val="50000"/>
                  </a:srgbClr>
                </a:solidFill>
                <a:latin typeface="+mj-ea"/>
                <a:ea typeface="+mj-ea"/>
              </a:rPr>
              <a:t>东侧扩建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4610893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zh-CN" altLang="en-US" sz="1050" b="1" dirty="0">
                <a:solidFill>
                  <a:srgbClr val="3263A7">
                    <a:lumMod val="50000"/>
                  </a:srgbClr>
                </a:solidFill>
                <a:latin typeface="+mj-ea"/>
                <a:ea typeface="+mj-ea"/>
              </a:rPr>
              <a:t>高活实验室建设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89145" y="1177523"/>
            <a:ext cx="2192651" cy="3666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sz="1050" b="1" dirty="0">
                <a:solidFill>
                  <a:srgbClr val="3263A7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 Plant </a:t>
            </a:r>
            <a:r>
              <a:rPr lang="zh-CN" altLang="en-US" sz="1050" b="1" dirty="0">
                <a:solidFill>
                  <a:srgbClr val="3263A7">
                    <a:lumMod val="50000"/>
                  </a:srgbClr>
                </a:solidFill>
                <a:latin typeface="+mj-ea"/>
                <a:ea typeface="+mj-ea"/>
              </a:rPr>
              <a:t>加装多用途连续氢化撬块</a:t>
            </a:r>
            <a:endParaRPr lang="en-US" sz="1050" b="1" dirty="0">
              <a:solidFill>
                <a:srgbClr val="3263A7">
                  <a:lumMod val="50000"/>
                </a:srgbClr>
              </a:solidFill>
              <a:latin typeface="+mj-ea"/>
              <a:ea typeface="+mj-ea"/>
            </a:endParaRPr>
          </a:p>
        </p:txBody>
      </p:sp>
      <p:sp>
        <p:nvSpPr>
          <p:cNvPr id="10" name="Rounded Rectangle 4"/>
          <p:cNvSpPr/>
          <p:nvPr/>
        </p:nvSpPr>
        <p:spPr>
          <a:xfrm>
            <a:off x="75378" y="1635125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endParaRPr lang="zh-CN" altLang="en-US" sz="800" b="1" dirty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4"/>
          <p:cNvSpPr/>
          <p:nvPr/>
        </p:nvSpPr>
        <p:spPr>
          <a:xfrm>
            <a:off x="2332641" y="1635125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ounded Rectangle 4"/>
          <p:cNvSpPr/>
          <p:nvPr/>
        </p:nvSpPr>
        <p:spPr>
          <a:xfrm>
            <a:off x="4610892" y="1635125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Rounded Rectangle 4"/>
          <p:cNvSpPr/>
          <p:nvPr/>
        </p:nvSpPr>
        <p:spPr>
          <a:xfrm>
            <a:off x="6889145" y="1635125"/>
            <a:ext cx="2192651" cy="2531138"/>
          </a:xfrm>
          <a:prstGeom prst="roundRect">
            <a:avLst/>
          </a:prstGeom>
          <a:solidFill>
            <a:srgbClr val="FFFFFF"/>
          </a:solidFill>
          <a:ln>
            <a:solidFill>
              <a:srgbClr val="E0E6E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2641" y="1719672"/>
            <a:ext cx="208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>
                <a:solidFill>
                  <a:srgbClr val="0F2B46"/>
                </a:solidFill>
                <a:latin typeface="+mj-ea"/>
                <a:ea typeface="+mj-ea"/>
              </a:rPr>
              <a:t>定位：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反应、加氢、过滤干燥能力提升，支撑英国中长期产能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98011" y="1719672"/>
            <a:ext cx="210540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sz="1000" b="1" dirty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定位：</a:t>
            </a:r>
            <a:r>
              <a:rPr sz="1000" dirty="0">
                <a:solidFill>
                  <a:srgbClr val="2C3E50"/>
                </a:solidFill>
                <a:latin typeface="+mj-ea"/>
                <a:ea typeface="+mj-ea"/>
                <a:cs typeface="+mn-cs"/>
              </a:rPr>
              <a:t>在现有厂房内补齐制备液相色谱</a:t>
            </a:r>
            <a:r>
              <a:rPr lang="en-US" sz="1000" dirty="0">
                <a:solidFill>
                  <a:srgbClr val="2C3E50"/>
                </a:solidFill>
                <a:latin typeface="+mj-ea"/>
                <a:ea typeface="+mj-ea"/>
                <a:cs typeface="+mn-cs"/>
              </a:rPr>
              <a:t>HPLC</a:t>
            </a:r>
            <a:r>
              <a:rPr sz="1000" dirty="0">
                <a:solidFill>
                  <a:srgbClr val="2C3E50"/>
                </a:solidFill>
                <a:latin typeface="+mj-ea"/>
                <a:ea typeface="+mj-ea"/>
                <a:cs typeface="+mn-cs"/>
              </a:rPr>
              <a:t>、冻干及</a:t>
            </a:r>
            <a:r>
              <a:rPr lang="en-US" sz="1000" dirty="0">
                <a:solidFill>
                  <a:srgbClr val="2C3E50"/>
                </a:solidFill>
                <a:latin typeface="+mj-ea"/>
                <a:ea typeface="+mj-ea"/>
                <a:cs typeface="+mn-cs"/>
              </a:rPr>
              <a:t>OEB5</a:t>
            </a:r>
            <a:r>
              <a:rPr sz="1000" dirty="0" smtClean="0">
                <a:solidFill>
                  <a:srgbClr val="2C3E50"/>
                </a:solidFill>
                <a:latin typeface="+mj-ea"/>
                <a:ea typeface="+mj-ea"/>
                <a:cs typeface="+mn-cs"/>
              </a:rPr>
              <a:t>日常运行能力</a:t>
            </a:r>
            <a:endParaRPr sz="1000" dirty="0">
              <a:solidFill>
                <a:srgbClr val="2C3E50"/>
              </a:solidFill>
              <a:latin typeface="+mj-ea"/>
              <a:ea typeface="+mj-ea"/>
              <a:cs typeface="+mn-cs"/>
            </a:endParaRPr>
          </a:p>
        </p:txBody>
      </p:sp>
      <p:sp>
        <p:nvSpPr>
          <p:cNvPr id="16" name="TextBox 13"/>
          <p:cNvSpPr txBox="1"/>
          <p:nvPr/>
        </p:nvSpPr>
        <p:spPr>
          <a:xfrm>
            <a:off x="75378" y="2350230"/>
            <a:ext cx="2192651" cy="1490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进展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+mj-ea"/>
                <a:ea typeface="+mj-ea"/>
              </a:rPr>
              <a:t>HPLC</a:t>
            </a:r>
            <a:r>
              <a:rPr lang="zh-CN" altLang="en-US" sz="800" b="1" dirty="0">
                <a:solidFill>
                  <a:srgbClr val="0F2B46"/>
                </a:solidFill>
                <a:latin typeface="+mj-ea"/>
                <a:ea typeface="+mj-ea"/>
              </a:rPr>
              <a:t> </a:t>
            </a:r>
            <a:r>
              <a:rPr lang="en-US" altLang="zh-CN" sz="800" b="1" dirty="0">
                <a:solidFill>
                  <a:srgbClr val="0F2B46"/>
                </a:solidFill>
                <a:latin typeface="+mj-ea"/>
                <a:ea typeface="+mj-ea"/>
              </a:rPr>
              <a:t>+ </a:t>
            </a:r>
            <a:r>
              <a:rPr lang="zh-CN" altLang="en-US" sz="800" b="1" dirty="0">
                <a:solidFill>
                  <a:srgbClr val="0F2B46"/>
                </a:solidFill>
                <a:latin typeface="+mj-ea"/>
                <a:ea typeface="+mj-ea"/>
              </a:rPr>
              <a:t>冻干：</a:t>
            </a:r>
            <a:r>
              <a:rPr lang="zh-CN" altLang="en-US" sz="800" dirty="0">
                <a:solidFill>
                  <a:srgbClr val="2C3E50"/>
                </a:solidFill>
                <a:latin typeface="+mj-ea"/>
                <a:ea typeface="+mj-ea"/>
              </a:rPr>
              <a:t>技术可行性研究已完成；投资测算已完成；</a:t>
            </a: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en-US" altLang="zh-CN" sz="800" b="1" dirty="0">
                <a:solidFill>
                  <a:srgbClr val="0F2B46"/>
                </a:solidFill>
                <a:latin typeface="+mj-ea"/>
                <a:ea typeface="+mj-ea"/>
              </a:rPr>
              <a:t>C1 </a:t>
            </a:r>
            <a:r>
              <a:rPr lang="zh-CN" altLang="en-US" sz="800" b="1" dirty="0">
                <a:solidFill>
                  <a:srgbClr val="0F2B46"/>
                </a:solidFill>
                <a:latin typeface="+mj-ea"/>
                <a:ea typeface="+mj-ea"/>
              </a:rPr>
              <a:t>模块</a:t>
            </a:r>
            <a:r>
              <a:rPr lang="en-US" altLang="zh-CN" sz="800" b="1" dirty="0">
                <a:solidFill>
                  <a:srgbClr val="0F2B46"/>
                </a:solidFill>
                <a:latin typeface="+mj-ea"/>
                <a:ea typeface="+mj-ea"/>
              </a:rPr>
              <a:t>OEB5</a:t>
            </a:r>
            <a:r>
              <a:rPr lang="zh-CN" altLang="en-US" sz="800" b="1" dirty="0">
                <a:solidFill>
                  <a:srgbClr val="0F2B46"/>
                </a:solidFill>
                <a:latin typeface="+mj-ea"/>
                <a:ea typeface="+mj-ea"/>
              </a:rPr>
              <a:t>升级：</a:t>
            </a:r>
            <a:r>
              <a:rPr lang="zh-CN" altLang="en-US" sz="800" dirty="0">
                <a:solidFill>
                  <a:srgbClr val="2C3E50"/>
                </a:solidFill>
                <a:latin typeface="+mj-ea"/>
                <a:ea typeface="+mj-ea"/>
              </a:rPr>
              <a:t>范围与费用测算已完成；须与液相色谱改造同步</a:t>
            </a:r>
            <a:r>
              <a:rPr lang="zh-CN" altLang="en-US" sz="800" dirty="0" smtClean="0">
                <a:solidFill>
                  <a:srgbClr val="2C3E50"/>
                </a:solidFill>
                <a:latin typeface="+mj-ea"/>
                <a:ea typeface="+mj-ea"/>
              </a:rPr>
              <a:t>交付</a:t>
            </a:r>
            <a:endParaRPr lang="en-US" altLang="zh-CN" sz="800" dirty="0" smtClean="0">
              <a:solidFill>
                <a:srgbClr val="2C3E50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endParaRPr lang="en-US" altLang="zh-CN" sz="200" dirty="0" smtClean="0">
              <a:solidFill>
                <a:srgbClr val="2C3E50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后续</a:t>
            </a: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计划：</a:t>
            </a:r>
            <a:endParaRPr lang="en-US" altLang="zh-CN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2C3E50"/>
                </a:solidFill>
                <a:latin typeface="微软雅黑" panose="020B0503020204020204" charset="-122"/>
              </a:rPr>
              <a:t>改造线优先兑现 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charset="-122"/>
              </a:rPr>
              <a:t>2027 </a:t>
            </a:r>
            <a:r>
              <a:rPr lang="zh-CN" altLang="en-US" sz="800" dirty="0">
                <a:solidFill>
                  <a:srgbClr val="2C3E50"/>
                </a:solidFill>
                <a:latin typeface="微软雅黑" panose="020B0503020204020204" charset="-122"/>
              </a:rPr>
              <a:t>年可运行能力；与扩建线并行、分阶段</a:t>
            </a:r>
            <a:r>
              <a:rPr lang="zh-CN" altLang="en-US" sz="800" dirty="0" smtClean="0">
                <a:solidFill>
                  <a:srgbClr val="2C3E50"/>
                </a:solidFill>
                <a:latin typeface="微软雅黑" panose="020B0503020204020204" charset="-122"/>
              </a:rPr>
              <a:t>投产</a:t>
            </a:r>
            <a:endParaRPr lang="zh-CN" altLang="en-US" sz="800" dirty="0">
              <a:solidFill>
                <a:srgbClr val="2C3E50"/>
              </a:solidFill>
              <a:latin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32641" y="2243839"/>
            <a:ext cx="21692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</a:rPr>
              <a:t>扩建范围</a:t>
            </a:r>
            <a:r>
              <a:rPr lang="zh-CN" altLang="en-US" sz="1000" b="1" dirty="0">
                <a:solidFill>
                  <a:srgbClr val="0F2B46"/>
                </a:solidFill>
                <a:latin typeface="+mj-ea"/>
                <a:ea typeface="+mj-ea"/>
              </a:rPr>
              <a:t>：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东侧新建四层主体及设备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夹层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，</a:t>
            </a:r>
            <a:r>
              <a:rPr lang="en-US" altLang="zh-CN" sz="1000" dirty="0" smtClean="0">
                <a:solidFill>
                  <a:srgbClr val="2C3E50"/>
                </a:solidFill>
                <a:latin typeface="+mj-ea"/>
                <a:ea typeface="+mj-ea"/>
              </a:rPr>
              <a:t>10 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台反应釜、</a:t>
            </a:r>
            <a:r>
              <a:rPr lang="en-US" altLang="zh-CN" sz="1000" dirty="0" smtClean="0">
                <a:solidFill>
                  <a:srgbClr val="2C3E50"/>
                </a:solidFill>
                <a:latin typeface="+mj-ea"/>
                <a:ea typeface="+mj-ea"/>
              </a:rPr>
              <a:t>2,500L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加氢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釜、</a:t>
            </a:r>
            <a:r>
              <a:rPr lang="en-US" altLang="zh-CN" sz="1000" dirty="0">
                <a:solidFill>
                  <a:srgbClr val="2C3E50"/>
                </a:solidFill>
                <a:latin typeface="+mj-ea"/>
                <a:ea typeface="+mj-ea"/>
              </a:rPr>
              <a:t>3 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套过滤干燥机</a:t>
            </a:r>
          </a:p>
        </p:txBody>
      </p:sp>
      <p:sp>
        <p:nvSpPr>
          <p:cNvPr id="18" name="TextBox 13"/>
          <p:cNvSpPr txBox="1"/>
          <p:nvPr/>
        </p:nvSpPr>
        <p:spPr>
          <a:xfrm>
            <a:off x="2332641" y="2819744"/>
            <a:ext cx="2278251" cy="12439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进展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b="1" dirty="0" smtClean="0">
                <a:solidFill>
                  <a:srgbClr val="0F2B46"/>
                </a:solidFill>
                <a:latin typeface="+mj-ea"/>
                <a:ea typeface="+mj-ea"/>
              </a:rPr>
              <a:t>投资测算：</a:t>
            </a:r>
            <a:r>
              <a:rPr lang="zh-CN" altLang="en-US" sz="800" dirty="0" smtClean="0">
                <a:solidFill>
                  <a:srgbClr val="2C3E50"/>
                </a:solidFill>
                <a:latin typeface="+mj-ea"/>
                <a:ea typeface="+mj-ea"/>
              </a:rPr>
              <a:t>已完成</a:t>
            </a:r>
            <a:endParaRPr lang="zh-CN" altLang="en-US" sz="800" dirty="0">
              <a:solidFill>
                <a:srgbClr val="2C3E50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b="1" dirty="0" smtClean="0">
                <a:solidFill>
                  <a:srgbClr val="0F2B46"/>
                </a:solidFill>
                <a:latin typeface="+mj-ea"/>
                <a:ea typeface="+mj-ea"/>
              </a:rPr>
              <a:t>可行性研究：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已完成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(2026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年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5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月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); 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后续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进入概念设计及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详细设计</a:t>
            </a:r>
            <a:endParaRPr lang="en-US" altLang="zh-CN" sz="800" dirty="0" smtClean="0">
              <a:solidFill>
                <a:srgbClr val="0F2B46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endParaRPr lang="zh-CN" altLang="en-US" sz="200" dirty="0">
              <a:solidFill>
                <a:srgbClr val="0F2B46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后续计划：</a:t>
            </a:r>
            <a:endParaRPr lang="en-US" altLang="zh-CN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2C3E50"/>
                </a:solidFill>
                <a:latin typeface="微软雅黑" panose="020B0503020204020204" charset="-122"/>
              </a:rPr>
              <a:t>规划许可 → 施工建设 </a:t>
            </a:r>
            <a:r>
              <a:rPr lang="zh-CN" altLang="en-US" sz="800" dirty="0" smtClean="0">
                <a:solidFill>
                  <a:srgbClr val="2C3E50"/>
                </a:solidFill>
                <a:latin typeface="微软雅黑" panose="020B0503020204020204" charset="-122"/>
              </a:rPr>
              <a:t>→ </a:t>
            </a:r>
            <a:r>
              <a:rPr lang="en-US" altLang="zh-CN" sz="800" dirty="0" smtClean="0">
                <a:solidFill>
                  <a:srgbClr val="2C3E50"/>
                </a:solidFill>
                <a:latin typeface="微软雅黑" panose="020B0503020204020204" charset="-122"/>
              </a:rPr>
              <a:t>2030</a:t>
            </a:r>
            <a:r>
              <a:rPr lang="zh-CN" altLang="en-US" sz="800" dirty="0">
                <a:solidFill>
                  <a:srgbClr val="2C3E50"/>
                </a:solidFill>
                <a:latin typeface="微软雅黑" panose="020B0503020204020204" charset="-122"/>
              </a:rPr>
              <a:t>年</a:t>
            </a:r>
            <a:r>
              <a:rPr lang="en-US" altLang="zh-CN" sz="800" dirty="0">
                <a:solidFill>
                  <a:srgbClr val="2C3E50"/>
                </a:solidFill>
                <a:latin typeface="微软雅黑" panose="020B0503020204020204" charset="-122"/>
              </a:rPr>
              <a:t>5</a:t>
            </a:r>
            <a:r>
              <a:rPr lang="zh-CN" altLang="en-US" sz="800" dirty="0">
                <a:solidFill>
                  <a:srgbClr val="2C3E50"/>
                </a:solidFill>
                <a:latin typeface="微软雅黑" panose="020B0503020204020204" charset="-122"/>
              </a:rPr>
              <a:t>月竣工目标</a:t>
            </a:r>
          </a:p>
        </p:txBody>
      </p:sp>
      <p:sp>
        <p:nvSpPr>
          <p:cNvPr id="17" name="矩形 16"/>
          <p:cNvSpPr/>
          <p:nvPr/>
        </p:nvSpPr>
        <p:spPr>
          <a:xfrm>
            <a:off x="4631894" y="1725975"/>
            <a:ext cx="2278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>
                <a:solidFill>
                  <a:srgbClr val="0F2B46"/>
                </a:solidFill>
                <a:latin typeface="+mj-ea"/>
                <a:ea typeface="+mj-ea"/>
              </a:rPr>
              <a:t>定位：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新增高活实验与运行能力，与</a:t>
            </a:r>
            <a:r>
              <a:rPr lang="en-US" altLang="zh-CN" sz="1000" dirty="0">
                <a:solidFill>
                  <a:srgbClr val="2C3E50"/>
                </a:solidFill>
                <a:latin typeface="+mj-ea"/>
                <a:ea typeface="+mj-ea"/>
              </a:rPr>
              <a:t>OEB5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升级及制备液相色谱能力衔接</a:t>
            </a:r>
          </a:p>
        </p:txBody>
      </p:sp>
      <p:sp>
        <p:nvSpPr>
          <p:cNvPr id="20" name="TextBox 13"/>
          <p:cNvSpPr txBox="1"/>
          <p:nvPr/>
        </p:nvSpPr>
        <p:spPr>
          <a:xfrm>
            <a:off x="4610894" y="2228928"/>
            <a:ext cx="2278251" cy="7437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进展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b="1" dirty="0" smtClean="0">
                <a:solidFill>
                  <a:srgbClr val="0F2B46"/>
                </a:solidFill>
                <a:latin typeface="+mj-ea"/>
                <a:ea typeface="+mj-ea"/>
              </a:rPr>
              <a:t>投资测算：</a:t>
            </a:r>
            <a:r>
              <a:rPr lang="zh-CN" altLang="en-US" sz="800" dirty="0" smtClean="0">
                <a:solidFill>
                  <a:srgbClr val="2C3E50"/>
                </a:solidFill>
                <a:latin typeface="+mj-ea"/>
                <a:ea typeface="+mj-ea"/>
              </a:rPr>
              <a:t>同步</a:t>
            </a:r>
            <a:r>
              <a:rPr lang="zh-CN" altLang="en-US" sz="800" dirty="0">
                <a:solidFill>
                  <a:srgbClr val="2C3E50"/>
                </a:solidFill>
                <a:latin typeface="+mj-ea"/>
                <a:ea typeface="+mj-ea"/>
              </a:rPr>
              <a:t>推进</a:t>
            </a:r>
            <a:r>
              <a:rPr lang="zh-CN" altLang="en-US" sz="800" dirty="0" smtClean="0">
                <a:solidFill>
                  <a:srgbClr val="2C3E50"/>
                </a:solidFill>
                <a:latin typeface="+mj-ea"/>
                <a:ea typeface="+mj-ea"/>
              </a:rPr>
              <a:t>中</a:t>
            </a:r>
            <a:endParaRPr lang="en-US" altLang="zh-CN" sz="800" dirty="0">
              <a:solidFill>
                <a:srgbClr val="2C3E50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已完成布局初步合理设计与设备数量测算，初步确认可行性，选定空间并完成设计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准备</a:t>
            </a:r>
            <a:endParaRPr lang="zh-CN" altLang="en-US" sz="800" dirty="0">
              <a:solidFill>
                <a:srgbClr val="0F2B46"/>
              </a:solidFill>
              <a:latin typeface="+mj-ea"/>
              <a:ea typeface="+mj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865750" y="1719672"/>
            <a:ext cx="227825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>
                <a:solidFill>
                  <a:srgbClr val="0F2B46"/>
                </a:solidFill>
                <a:latin typeface="+mj-ea"/>
                <a:ea typeface="+mj-ea"/>
              </a:rPr>
              <a:t>定位</a:t>
            </a: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</a:rPr>
              <a:t>：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系统建立</a:t>
            </a:r>
            <a:r>
              <a:rPr lang="en-US" altLang="zh-CN" sz="1000" dirty="0" smtClean="0">
                <a:solidFill>
                  <a:srgbClr val="2C3E50"/>
                </a:solidFill>
                <a:latin typeface="+mj-ea"/>
                <a:ea typeface="+mj-ea"/>
              </a:rPr>
              <a:t>UK/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欧盟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工程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规范实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操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能力，支撑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凯莱英欧洲 </a:t>
            </a:r>
            <a:r>
              <a:rPr lang="en-US" altLang="zh-CN" sz="1000" dirty="0">
                <a:solidFill>
                  <a:srgbClr val="2C3E50"/>
                </a:solidFill>
                <a:latin typeface="+mj-ea"/>
                <a:ea typeface="+mj-ea"/>
              </a:rPr>
              <a:t>CDMO </a:t>
            </a:r>
            <a:r>
              <a:rPr lang="zh-CN" altLang="en-US" sz="1000" dirty="0">
                <a:solidFill>
                  <a:srgbClr val="2C3E50"/>
                </a:solidFill>
                <a:latin typeface="+mj-ea"/>
                <a:ea typeface="+mj-ea"/>
              </a:rPr>
              <a:t>市场拓展的能力基础</a:t>
            </a:r>
            <a:r>
              <a:rPr lang="zh-CN" altLang="en-US" sz="1000" dirty="0" smtClean="0">
                <a:solidFill>
                  <a:srgbClr val="2C3E50"/>
                </a:solidFill>
                <a:latin typeface="+mj-ea"/>
                <a:ea typeface="+mj-ea"/>
              </a:rPr>
              <a:t>设施</a:t>
            </a:r>
            <a:endParaRPr lang="zh-CN" altLang="en-US" sz="1000" dirty="0">
              <a:solidFill>
                <a:srgbClr val="2C3E50"/>
              </a:solidFill>
              <a:latin typeface="+mj-ea"/>
              <a:ea typeface="+mj-ea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6889143" y="2333559"/>
            <a:ext cx="2278251" cy="14285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进展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marL="171450" indent="-171450" defTabSz="342900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三大设计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文件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已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齐备</a:t>
            </a:r>
            <a:endParaRPr lang="en-US" altLang="zh-CN" sz="800" dirty="0" smtClean="0">
              <a:solidFill>
                <a:srgbClr val="0F2B46"/>
              </a:solidFill>
              <a:latin typeface="+mj-ea"/>
              <a:ea typeface="+mj-ea"/>
            </a:endParaRPr>
          </a:p>
          <a:p>
            <a:pPr marL="171450" indent="-171450" defTabSz="342900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关键设计分歧已闭环</a:t>
            </a:r>
          </a:p>
          <a:p>
            <a:pPr marL="171450" indent="-171450" defTabSz="342900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en-US" altLang="zh-CN" sz="800" dirty="0">
                <a:solidFill>
                  <a:srgbClr val="0F2B46"/>
                </a:solidFill>
                <a:latin typeface="+mj-ea"/>
                <a:ea typeface="+mj-ea"/>
              </a:rPr>
              <a:t>CE 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认证范围与路径确定</a:t>
            </a:r>
          </a:p>
          <a:p>
            <a:pPr marL="171450" indent="-171450" defTabSz="342900" eaLnBrk="1" fontAlgn="auto" hangingPunct="1">
              <a:spcBef>
                <a:spcPts val="0"/>
              </a:spcBef>
              <a:spcAft>
                <a:spcPts val="525"/>
              </a:spcAft>
              <a:buFont typeface="Arial" panose="020B0604020202020204" pitchFamily="34" charset="0"/>
              <a:buChar char="•"/>
              <a:defRPr sz="1050">
                <a:latin typeface="微软雅黑" panose="020B0503020204020204" charset="-122"/>
              </a:defRPr>
            </a:pP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中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英团队双方工程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协作机制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成型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：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IEPE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整体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设计 </a:t>
            </a:r>
            <a:r>
              <a:rPr lang="en-US" altLang="zh-CN" sz="800" dirty="0">
                <a:solidFill>
                  <a:srgbClr val="0F2B46"/>
                </a:solidFill>
                <a:latin typeface="+mj-ea"/>
                <a:ea typeface="+mj-ea"/>
              </a:rPr>
              <a:t>+ CFCT 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撬块制造与 </a:t>
            </a:r>
            <a:r>
              <a:rPr lang="en-US" altLang="zh-CN" sz="800" dirty="0">
                <a:solidFill>
                  <a:srgbClr val="0F2B46"/>
                </a:solidFill>
                <a:latin typeface="+mj-ea"/>
                <a:ea typeface="+mj-ea"/>
              </a:rPr>
              <a:t>CE 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认证 </a:t>
            </a:r>
            <a:r>
              <a:rPr lang="en-US" altLang="zh-CN" sz="800" dirty="0">
                <a:solidFill>
                  <a:srgbClr val="0F2B46"/>
                </a:solidFill>
                <a:latin typeface="+mj-ea"/>
                <a:ea typeface="+mj-ea"/>
              </a:rPr>
              <a:t>+ UK Sandwich </a:t>
            </a:r>
            <a:r>
              <a:rPr lang="zh-CN" altLang="en-US" sz="800" dirty="0">
                <a:solidFill>
                  <a:srgbClr val="0F2B46"/>
                </a:solidFill>
                <a:latin typeface="+mj-ea"/>
                <a:ea typeface="+mj-ea"/>
              </a:rPr>
              <a:t>现场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集成</a:t>
            </a:r>
            <a:endParaRPr lang="zh-CN" altLang="en-US" sz="800" dirty="0">
              <a:solidFill>
                <a:srgbClr val="0F2B46"/>
              </a:solidFill>
              <a:latin typeface="+mj-ea"/>
              <a:ea typeface="+mj-ea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endParaRPr lang="zh-CN" altLang="en-US" sz="800" dirty="0">
              <a:solidFill>
                <a:srgbClr val="0F2B46"/>
              </a:solidFill>
              <a:latin typeface="+mj-ea"/>
              <a:ea typeface="+mj-ea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6912538" y="3569980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后续计划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于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2027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年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9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月实现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Sandwich site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现场开车目标</a:t>
            </a:r>
            <a:endParaRPr lang="zh-CN" altLang="en-US" sz="800" dirty="0">
              <a:solidFill>
                <a:srgbClr val="0F2B46"/>
              </a:solidFill>
              <a:latin typeface="+mj-ea"/>
              <a:ea typeface="+mj-ea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4599194" y="2994628"/>
            <a:ext cx="2278251" cy="433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后续计划</a:t>
            </a:r>
            <a:r>
              <a:rPr sz="1000" b="1" dirty="0" smtClean="0">
                <a:solidFill>
                  <a:srgbClr val="0F2B46"/>
                </a:solidFill>
                <a:latin typeface="+mj-ea"/>
                <a:ea typeface="+mj-ea"/>
                <a:cs typeface="+mn-cs"/>
              </a:rPr>
              <a:t>：</a:t>
            </a:r>
            <a:endParaRPr lang="en-US" sz="1000" b="1" dirty="0">
              <a:solidFill>
                <a:srgbClr val="0F2B46"/>
              </a:solidFill>
              <a:latin typeface="+mj-ea"/>
              <a:ea typeface="+mj-ea"/>
              <a:cs typeface="+mn-cs"/>
            </a:endParaRPr>
          </a:p>
          <a:p>
            <a:pPr defTabSz="342900" eaLnBrk="1" fontAlgn="auto" hangingPunct="1">
              <a:spcBef>
                <a:spcPts val="0"/>
              </a:spcBef>
              <a:spcAft>
                <a:spcPts val="525"/>
              </a:spcAft>
              <a:defRPr sz="1050">
                <a:latin typeface="微软雅黑" panose="020B0503020204020204" charset="-122"/>
              </a:defRPr>
            </a:pP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和</a:t>
            </a:r>
            <a:r>
              <a:rPr lang="en-US" altLang="zh-CN" sz="800" dirty="0" smtClean="0">
                <a:solidFill>
                  <a:srgbClr val="0F2B46"/>
                </a:solidFill>
                <a:latin typeface="+mj-ea"/>
                <a:ea typeface="+mj-ea"/>
              </a:rPr>
              <a:t>B902</a:t>
            </a:r>
            <a:r>
              <a:rPr lang="zh-CN" altLang="en-US" sz="800" dirty="0" smtClean="0">
                <a:solidFill>
                  <a:srgbClr val="0F2B46"/>
                </a:solidFill>
                <a:latin typeface="+mj-ea"/>
                <a:ea typeface="+mj-ea"/>
              </a:rPr>
              <a:t>既有厂房改造协同推进</a:t>
            </a:r>
            <a:endParaRPr lang="zh-CN" altLang="en-US" sz="800" dirty="0">
              <a:solidFill>
                <a:srgbClr val="0F2B46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8982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heme/theme1.xml><?xml version="1.0" encoding="utf-8"?>
<a:theme xmlns:a="http://schemas.openxmlformats.org/drawingml/2006/main" name="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White 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FFFFFF"/>
        </a:accent3>
        <a:accent4>
          <a:srgbClr val="000000"/>
        </a:accent4>
        <a:accent5>
          <a:srgbClr val="AAABAC"/>
        </a:accent5>
        <a:accent6>
          <a:srgbClr val="0099DD"/>
        </a:accent6>
        <a:hlink>
          <a:srgbClr val="1F40E6"/>
        </a:hlink>
        <a:folHlink>
          <a:srgbClr val="8C5AC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BF"/>
      </a:accent1>
      <a:accent2>
        <a:srgbClr val="D0CDD0"/>
      </a:accent2>
      <a:accent3>
        <a:srgbClr val="BDBEBD"/>
      </a:accent3>
      <a:accent4>
        <a:srgbClr val="ACAAAD"/>
      </a:accent4>
      <a:accent5>
        <a:srgbClr val="9B999C"/>
      </a:accent5>
      <a:accent6>
        <a:srgbClr val="545554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alpha val="60000"/>
          </a:schemeClr>
        </a:solidFill>
        <a:ln w="12700" cap="flat">
          <a:noFill/>
          <a:miter lim="400000"/>
        </a:ln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000" b="0" i="0" u="none" strike="noStrike" cap="none" spc="0" normalizeH="0" baseline="0">
            <a:ln>
              <a:noFill/>
            </a:ln>
            <a:solidFill>
              <a:srgbClr val="252D3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18649</TotalTime>
  <Words>558</Words>
  <Application>Microsoft Office PowerPoint</Application>
  <PresentationFormat>全屏显示(16:9)</PresentationFormat>
  <Paragraphs>57</Paragraphs>
  <Slides>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3" baseType="lpstr">
      <vt:lpstr>Helvetica Neue</vt:lpstr>
      <vt:lpstr>黑体</vt:lpstr>
      <vt:lpstr>宋体</vt:lpstr>
      <vt:lpstr>微软雅黑</vt:lpstr>
      <vt:lpstr>Arial</vt:lpstr>
      <vt:lpstr>Arial Black</vt:lpstr>
      <vt:lpstr>Calibri</vt:lpstr>
      <vt:lpstr>Georgia</vt:lpstr>
      <vt:lpstr>Segoe UI</vt:lpstr>
      <vt:lpstr>Times New Roman</vt:lpstr>
      <vt:lpstr>Wingdings</vt:lpstr>
      <vt:lpstr>White</vt:lpstr>
      <vt:lpstr>2_White</vt:lpstr>
      <vt:lpstr>1_White</vt:lpstr>
      <vt:lpstr>webwppDefTheme</vt:lpstr>
      <vt:lpstr>1_webwppDefTheme</vt:lpstr>
      <vt:lpstr>4_White</vt:lpstr>
      <vt:lpstr>5_White</vt:lpstr>
      <vt:lpstr>TCLayout.ActiveDocument.1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qianjianghao</dc:creator>
  <cp:lastModifiedBy>Shuai Pan</cp:lastModifiedBy>
  <cp:revision>2131</cp:revision>
  <cp:lastPrinted>2020-08-24T06:52:00Z</cp:lastPrinted>
  <dcterms:created xsi:type="dcterms:W3CDTF">2020-08-24T06:52:00Z</dcterms:created>
  <dcterms:modified xsi:type="dcterms:W3CDTF">2026-07-03T07:33:12Z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2052-11.1.0.10463</vt:lpwstr>
  </property>
  <property fmtid="{D5CDD505-2E9C-101B-9397-08002B2CF9AE}" pid="3" name="ICV">
    <vt:lpwstr>6CE3AC170A46476F9F966556CB5A9253</vt:lpwstr>
  </property>
</Properties>
</file>